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3d53a6da3684f8e" /><Relationship Type="http://schemas.openxmlformats.org/officeDocument/2006/relationships/extended-properties" Target="/docProps/app.xml" Id="R642e94e2edd44c90" /><Relationship Type="http://schemas.openxmlformats.org/officeDocument/2006/relationships/officeDocument" Target="/ppt/presentation.xml" Id="Rcbcaae58ffde4d73" /></Relationships>
</file>

<file path=ppt/presentation.xml><?xml version="1.0" encoding="utf-8"?>
<p:presentation xmlns:p="http://schemas.openxmlformats.org/presentationml/2006/main">
  <p:sldMasterIdLst>
    <p:sldMasterId xmlns:r="http://schemas.openxmlformats.org/officeDocument/2006/relationships" id="2147483648" r:id="Rf1f3fc91471d4502"/>
  </p:sldMasterIdLst>
  <p:notesMasterIdLst>
    <p:notesMasterId xmlns:r="http://schemas.openxmlformats.org/officeDocument/2006/relationships" r:id="R191960e7b3f240da"/>
  </p:notesMasterIdLst>
  <p:sldIdLst>
    <p:sldId xmlns:r="http://schemas.openxmlformats.org/officeDocument/2006/relationships" id="256" r:id="Rf022b16949494131"/>
    <p:sldId xmlns:r="http://schemas.openxmlformats.org/officeDocument/2006/relationships" id="257" r:id="Ra827f9a8673b464b"/>
    <p:sldId xmlns:r="http://schemas.openxmlformats.org/officeDocument/2006/relationships" id="258" r:id="R572aee97946a4b7e"/>
    <p:sldId xmlns:r="http://schemas.openxmlformats.org/officeDocument/2006/relationships" id="259" r:id="R444f4ab8441d45ea"/>
    <p:sldId xmlns:r="http://schemas.openxmlformats.org/officeDocument/2006/relationships" id="260" r:id="R6971daec9d174c1c"/>
    <p:sldId xmlns:r="http://schemas.openxmlformats.org/officeDocument/2006/relationships" id="261" r:id="R6786f79540e442f4"/>
    <p:sldId xmlns:r="http://schemas.openxmlformats.org/officeDocument/2006/relationships" id="262" r:id="R35301e305c72496a"/>
    <p:sldId xmlns:r="http://schemas.openxmlformats.org/officeDocument/2006/relationships" id="263" r:id="Rdf301763d8594c3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66f0ec5d38a4711" /><Relationship Type="http://schemas.openxmlformats.org/officeDocument/2006/relationships/slideMaster" Target="/ppt/slideMasters/slideMaster1.xml" Id="Rf1f3fc91471d4502" /><Relationship Type="http://schemas.openxmlformats.org/officeDocument/2006/relationships/notesMaster" Target="/ppt/notesMasters/notesMaster1.xml" Id="R191960e7b3f240da" /><Relationship Type="http://schemas.openxmlformats.org/officeDocument/2006/relationships/presProps" Target="/ppt/presProps.xml" Id="Rb612cd36cd084457" /><Relationship Type="http://schemas.openxmlformats.org/officeDocument/2006/relationships/tableStyles" Target="/ppt/tableStyles.xml" Id="R21c08aaf6c994b74" /><Relationship Type="http://schemas.openxmlformats.org/officeDocument/2006/relationships/slide" Target="/ppt/slides/slide1.xml" Id="Rf022b16949494131" /><Relationship Type="http://schemas.openxmlformats.org/officeDocument/2006/relationships/slide" Target="/ppt/slides/slide2.xml" Id="Ra827f9a8673b464b" /><Relationship Type="http://schemas.openxmlformats.org/officeDocument/2006/relationships/slide" Target="/ppt/slides/slide3.xml" Id="R572aee97946a4b7e" /><Relationship Type="http://schemas.openxmlformats.org/officeDocument/2006/relationships/slide" Target="/ppt/slides/slide4.xml" Id="R444f4ab8441d45ea" /><Relationship Type="http://schemas.openxmlformats.org/officeDocument/2006/relationships/slide" Target="/ppt/slides/slide5.xml" Id="R6971daec9d174c1c" /><Relationship Type="http://schemas.openxmlformats.org/officeDocument/2006/relationships/slide" Target="/ppt/slides/slide6.xml" Id="R6786f79540e442f4" /><Relationship Type="http://schemas.openxmlformats.org/officeDocument/2006/relationships/slide" Target="/ppt/slides/slide7.xml" Id="R35301e305c72496a" /><Relationship Type="http://schemas.openxmlformats.org/officeDocument/2006/relationships/slide" Target="/ppt/slides/slide8.xml" Id="Rdf301763d8594c3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a6b19713383403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b9e0a251faa42d3" /><Relationship Type="http://schemas.openxmlformats.org/officeDocument/2006/relationships/notesMaster" Target="/ppt/notesMasters/notesMaster1.xml" Id="R5a9d6ba044bb485b" /></Relationships>
</file>

<file path=ppt/notesSlides/_rels/notesSlide2.xml.rels>&#65279;<?xml version="1.0" encoding="utf-8"?><Relationships xmlns="http://schemas.openxmlformats.org/package/2006/relationships"><Relationship Type="http://schemas.openxmlformats.org/officeDocument/2006/relationships/slide" Target="/ppt/slides/slide2.xml" Id="Rdbaca1f1564a4caa" /><Relationship Type="http://schemas.openxmlformats.org/officeDocument/2006/relationships/notesMaster" Target="/ppt/notesMasters/notesMaster1.xml" Id="R1f3bc7eb2d1e4048" /></Relationships>
</file>

<file path=ppt/notesSlides/_rels/notesSlide3.xml.rels>&#65279;<?xml version="1.0" encoding="utf-8"?><Relationships xmlns="http://schemas.openxmlformats.org/package/2006/relationships"><Relationship Type="http://schemas.openxmlformats.org/officeDocument/2006/relationships/slide" Target="/ppt/slides/slide3.xml" Id="Re822596f77a84a71" /><Relationship Type="http://schemas.openxmlformats.org/officeDocument/2006/relationships/notesMaster" Target="/ppt/notesMasters/notesMaster1.xml" Id="R40af8ec340b74c02" /></Relationships>
</file>

<file path=ppt/notesSlides/_rels/notesSlide4.xml.rels>&#65279;<?xml version="1.0" encoding="utf-8"?><Relationships xmlns="http://schemas.openxmlformats.org/package/2006/relationships"><Relationship Type="http://schemas.openxmlformats.org/officeDocument/2006/relationships/slide" Target="/ppt/slides/slide4.xml" Id="Rfb819fa2ca10402f" /><Relationship Type="http://schemas.openxmlformats.org/officeDocument/2006/relationships/notesMaster" Target="/ppt/notesMasters/notesMaster1.xml" Id="Rf3e1113b1f2d4d5b" /></Relationships>
</file>

<file path=ppt/notesSlides/_rels/notesSlide5.xml.rels>&#65279;<?xml version="1.0" encoding="utf-8"?><Relationships xmlns="http://schemas.openxmlformats.org/package/2006/relationships"><Relationship Type="http://schemas.openxmlformats.org/officeDocument/2006/relationships/slide" Target="/ppt/slides/slide5.xml" Id="Rcb73a4e87ff24bd0" /><Relationship Type="http://schemas.openxmlformats.org/officeDocument/2006/relationships/notesMaster" Target="/ppt/notesMasters/notesMaster1.xml" Id="R5050245621674e9e" /></Relationships>
</file>

<file path=ppt/notesSlides/_rels/notesSlide6.xml.rels>&#65279;<?xml version="1.0" encoding="utf-8"?><Relationships xmlns="http://schemas.openxmlformats.org/package/2006/relationships"><Relationship Type="http://schemas.openxmlformats.org/officeDocument/2006/relationships/slide" Target="/ppt/slides/slide6.xml" Id="R62c95d7725174fd1" /><Relationship Type="http://schemas.openxmlformats.org/officeDocument/2006/relationships/notesMaster" Target="/ppt/notesMasters/notesMaster1.xml" Id="R57e5bafa653841cc" /></Relationships>
</file>

<file path=ppt/notesSlides/_rels/notesSlide7.xml.rels>&#65279;<?xml version="1.0" encoding="utf-8"?><Relationships xmlns="http://schemas.openxmlformats.org/package/2006/relationships"><Relationship Type="http://schemas.openxmlformats.org/officeDocument/2006/relationships/slide" Target="/ppt/slides/slide7.xml" Id="R31e019fd89ba4811" /><Relationship Type="http://schemas.openxmlformats.org/officeDocument/2006/relationships/notesMaster" Target="/ppt/notesMasters/notesMaster1.xml" Id="R4e433d9b18c34394" /></Relationships>
</file>

<file path=ppt/notesSlides/_rels/notesSlide8.xml.rels>&#65279;<?xml version="1.0" encoding="utf-8"?><Relationships xmlns="http://schemas.openxmlformats.org/package/2006/relationships"><Relationship Type="http://schemas.openxmlformats.org/officeDocument/2006/relationships/slide" Target="/ppt/slides/slide8.xml" Id="R0413b9b41ced430a" /><Relationship Type="http://schemas.openxmlformats.org/officeDocument/2006/relationships/notesMaster" Target="/ppt/notesMasters/notesMaster1.xml" Id="Rfdb9bea4d20648d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are The big 2, team PF-EPB8S3, presenting Tsukuyomi Watch for problem statement 2. Our project connects two parts of amateur astronomy: planning an observing night and understanding the images captured during it. The central idea is a local sky experience with recommendations and image processing that users can inspect.</a:t>
            </a:r>
          </a:p>
          <a:p xmlns:a="http://schemas.openxmlformats.org/drawingml/2006/main">
            <a:r>
              <a:t/>
            </a:r>
          </a:p>
          <a:p xmlns:a="http://schemas.openxmlformats.org/drawingml/2006/main">
            <a:r>
              <a:t>Project sources:</a:t>
            </a:r>
          </a:p>
          <a:p xmlns:a="http://schemas.openxmlformats.org/drawingml/2006/main">
            <a:r>
              <a:t>D:/PROJECTS/Pecathon/README.md</a:t>
            </a:r>
          </a:p>
          <a:p xmlns:a="http://schemas.openxmlformats.org/drawingml/2006/main">
            <a:r>
              <a:t>D:/PROJECTS/Pecathon/docs/tsukuyomi-final-guideline.md</a:t>
            </a:r>
          </a:p>
          <a:p xmlns:a="http://schemas.openxmlformats.org/drawingml/2006/main">
            <a:r>
              <a:t/>
            </a:r>
          </a:p>
          <a:p xmlns:a="http://schemas.openxmlformats.org/drawingml/2006/main">
            <a:r>
              <a:t>Artwork: generated with OpenAI ImageGen for this presentation. Japanese landscape and celestial motifs are decorative, not scientific observations.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problem combines preparation and scientific trust. Observers cross-check weather, geography and sky events, while image processing introduces another set of tools. A global event date alone does not tell an observer whether an event is visible from their location. A sharper image alone does not establish whether its details are reliable. We propose one local observing workflow that addresses both questions.</a:t>
            </a:r>
          </a:p>
          <a:p xmlns:a="http://schemas.openxmlformats.org/drawingml/2006/main">
            <a:r>
              <a:t/>
            </a:r>
          </a:p>
          <a:p xmlns:a="http://schemas.openxmlformats.org/drawingml/2006/main">
            <a:r>
              <a:t>Project sources:</a:t>
            </a:r>
          </a:p>
          <a:p xmlns:a="http://schemas.openxmlformats.org/drawingml/2006/main">
            <a:r>
              <a:t>D:/PROJECTS/Pecathon/README.md</a:t>
            </a:r>
          </a:p>
          <a:p xmlns:a="http://schemas.openxmlformats.org/drawingml/2006/main">
            <a:r>
              <a:t>D:/PROJECTS/Pecathon/docs/tsukuyomi-final-guideline.md</a:t>
            </a:r>
          </a:p>
          <a:p xmlns:a="http://schemas.openxmlformats.org/drawingml/2006/main">
            <a:r>
              <a:t/>
            </a:r>
          </a:p>
          <a:p xmlns:a="http://schemas.openxmlformats.org/drawingml/2006/main">
            <a:r>
              <a:t>Artwork: generated with OpenAI ImageGen for this presentation. Japanese landscape and celestial motifs are decorative, not scientific observations.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one night. Select a location, find a useful observing window, check a visible event, capture an image and inspect the restoration. The same time and location connect the modules. The Japanese theme supports orientation through the experience, while the underlying recommendations and image measurements remain explainable.</a:t>
            </a:r>
          </a:p>
          <a:p xmlns:a="http://schemas.openxmlformats.org/drawingml/2006/main">
            <a:r>
              <a:t/>
            </a:r>
          </a:p>
          <a:p xmlns:a="http://schemas.openxmlformats.org/drawingml/2006/main">
            <a:r>
              <a:t>Project sources:</a:t>
            </a:r>
          </a:p>
          <a:p xmlns:a="http://schemas.openxmlformats.org/drawingml/2006/main">
            <a:r>
              <a:t>D:/PROJECTS/Pecathon/docs/tsukuyomi-final-guideline.md</a:t>
            </a:r>
          </a:p>
          <a:p xmlns:a="http://schemas.openxmlformats.org/drawingml/2006/main">
            <a:r>
              <a:t>D:/PROJECTS/Pecathon/frontend-main/AGENT_BRIEF.md</a:t>
            </a:r>
          </a:p>
          <a:p xmlns:a="http://schemas.openxmlformats.org/drawingml/2006/main">
            <a:r>
              <a:t/>
            </a:r>
          </a:p>
          <a:p xmlns:a="http://schemas.openxmlformats.org/drawingml/2006/main">
            <a:r>
              <a:t>Artwork: generated with OpenAI ImageGen for this presentation. Japanese landscape and celestial motifs are decorative, not scientific observations.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0–100 range is the defined Night Honor Score scale, not a performance result. Forecast inputs include clouds, humidity, visibility and aerosols, alongside computed darkness and Moon conditions. The planner ranks real geographic candidates and finds an observing window. Celestial events need location-specific interpretation. A launch schedule does not guarantee that a launch trail is visible from the observer’s site. The score is a transparent model rather than a calibrated probability of success.</a:t>
            </a:r>
          </a:p>
          <a:p xmlns:a="http://schemas.openxmlformats.org/drawingml/2006/main">
            <a:r>
              <a:t/>
            </a:r>
          </a:p>
          <a:p xmlns:a="http://schemas.openxmlformats.org/drawingml/2006/main">
            <a:r>
              <a:t>Project sources:</a:t>
            </a:r>
          </a:p>
          <a:p xmlns:a="http://schemas.openxmlformats.org/drawingml/2006/main">
            <a:r>
              <a:t>D:/PROJECTS/Pecathon/README.md</a:t>
            </a:r>
          </a:p>
          <a:p xmlns:a="http://schemas.openxmlformats.org/drawingml/2006/main">
            <a:r>
              <a:t>D:/PROJECTS/Pecathon/docs/API.md</a:t>
            </a:r>
          </a:p>
          <a:p xmlns:a="http://schemas.openxmlformats.org/drawingml/2006/main">
            <a:r>
              <a:t>D:/PROJECTS/Pecathon/docs/tsukuyomi-final-guideline.md</a:t>
            </a:r>
          </a:p>
          <a:p xmlns:a="http://schemas.openxmlformats.org/drawingml/2006/main">
            <a:r>
              <a:t/>
            </a:r>
          </a:p>
          <a:p xmlns:a="http://schemas.openxmlformats.org/drawingml/2006/main">
            <a:r>
              <a:t>Artwork: generated with OpenAI ImageGen for this presentation. Japanese landscape and celestial motifs are decorative, not scientific observations.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displayed image is an original input sample, not a restored result. The proposed workflow measures the point-spread function from stars, reduces noise and applies deterministic deconvolution. The katana comparison and detection overlays let users inspect the result. Residual, flux and position checks provide evidence and can reveal unsupported changes, but they do not mathematically guarantee that every restored detail is true. JPEG and PNG measurements remain relative brightness and pixel sizes unless calibration is available. Image credit: NASA, ESA, J. Dalcanton, B.F. Williams, L.C. Johnson (University of Washington), the PHAT team, R. Gendler. Source manifest: backend/data/samples/samples.json, image ID heic1502a.</a:t>
            </a:r>
          </a:p>
          <a:p xmlns:a="http://schemas.openxmlformats.org/drawingml/2006/main">
            <a:r>
              <a:t/>
            </a:r>
          </a:p>
          <a:p xmlns:a="http://schemas.openxmlformats.org/drawingml/2006/main">
            <a:r>
              <a:t>Project sources:</a:t>
            </a:r>
          </a:p>
          <a:p xmlns:a="http://schemas.openxmlformats.org/drawingml/2006/main">
            <a:r>
              <a:t>D:/PROJECTS/Pecathon/docs/tsukuyomi-final-guideline.md</a:t>
            </a:r>
          </a:p>
          <a:p xmlns:a="http://schemas.openxmlformats.org/drawingml/2006/main">
            <a:r>
              <a:t>D:/PROJECTS/Pecathon/docs/API.md</a:t>
            </a:r>
          </a:p>
          <a:p xmlns:a="http://schemas.openxmlformats.org/drawingml/2006/main">
            <a:r>
              <a:t>D:/PROJECTS/Pecathon/README.md</a:t>
            </a:r>
          </a:p>
          <a:p xmlns:a="http://schemas.openxmlformats.org/drawingml/2006/main">
            <a:r>
              <a:t>D:/PROJECTS/Pecathon/frontend-main/AGENT_BRIEF.md</a:t>
            </a:r>
          </a:p>
          <a:p xmlns:a="http://schemas.openxmlformats.org/drawingml/2006/main">
            <a:r>
              <a:t>D:/PROJECTS/Pecathon/backend/data/samples/samples.json</a:t>
            </a:r>
          </a:p>
          <a:p xmlns:a="http://schemas.openxmlformats.org/drawingml/2006/main">
            <a:r>
              <a:t/>
            </a:r>
          </a:p>
          <a:p xmlns:a="http://schemas.openxmlformats.org/drawingml/2006/main">
            <a:r>
              <a:t>Artwork: generated with OpenAI ImageGen for this presentation. Japanese landscape and celestial motifs are decorative, not scientific observations.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frontend presents the sky, maps and time control. FastAPI normalizes provider data and coordinates scientific image jobs. Astronomy Engine computes celestial positions, while image science uses Astropy, Photutils and scikit-image. The browser and service share one location and reference time. Caching and provenance help handle unreliable free APIs. Recorded replay carries its original timestamp and a visible replay label so observers can distinguish recorded conditions from current data.</a:t>
            </a:r>
          </a:p>
          <a:p xmlns:a="http://schemas.openxmlformats.org/drawingml/2006/main">
            <a:r>
              <a:t/>
            </a:r>
          </a:p>
          <a:p xmlns:a="http://schemas.openxmlformats.org/drawingml/2006/main">
            <a:r>
              <a:t>Project sources:</a:t>
            </a:r>
          </a:p>
          <a:p xmlns:a="http://schemas.openxmlformats.org/drawingml/2006/main">
            <a:r>
              <a:t>D:/PROJECTS/Pecathon/docs/tsukuyomi-final-guideline.md</a:t>
            </a:r>
          </a:p>
          <a:p xmlns:a="http://schemas.openxmlformats.org/drawingml/2006/main">
            <a:r>
              <a:t>D:/PROJECTS/Pecathon/docs/API.md</a:t>
            </a:r>
          </a:p>
          <a:p xmlns:a="http://schemas.openxmlformats.org/drawingml/2006/main">
            <a:r>
              <a:t>D:/PROJECTS/Pecathon/frontend-main/AGENT_BRIEF.md</a:t>
            </a:r>
          </a:p>
          <a:p xmlns:a="http://schemas.openxmlformats.org/drawingml/2006/main">
            <a:r>
              <a:t/>
            </a:r>
          </a:p>
          <a:p xmlns:a="http://schemas.openxmlformats.org/drawingml/2006/main">
            <a:r>
              <a:t>Artwork: generated with OpenAI ImageGen for this presentation. Japanese landscape and celestial motifs are decorative, not scientific observations.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differentiation is the connection between observing decisions and inspectable science. We expose the reasons for a score and the evidence behind an image restoration. Benefits on this slide are expected outcomes, not measured impact or user research findings. A next validation phase should assess whether observers can find a usable plan, understand the score and interpret image checks. Benchmark restoration with known synthetic truth and real observations, including false detections and flux preservation.</a:t>
            </a:r>
          </a:p>
          <a:p xmlns:a="http://schemas.openxmlformats.org/drawingml/2006/main">
            <a:r>
              <a:t/>
            </a:r>
          </a:p>
          <a:p xmlns:a="http://schemas.openxmlformats.org/drawingml/2006/main">
            <a:r>
              <a:t>Project sources:</a:t>
            </a:r>
          </a:p>
          <a:p xmlns:a="http://schemas.openxmlformats.org/drawingml/2006/main">
            <a:r>
              <a:t>D:/PROJECTS/Pecathon/docs/tsukuyomi-final-guideline.md</a:t>
            </a:r>
          </a:p>
          <a:p xmlns:a="http://schemas.openxmlformats.org/drawingml/2006/main">
            <a:r>
              <a:t>D:/PROJECTS/Pecathon/README.md</a:t>
            </a:r>
          </a:p>
          <a:p xmlns:a="http://schemas.openxmlformats.org/drawingml/2006/main">
            <a:r>
              <a:t/>
            </a:r>
          </a:p>
          <a:p xmlns:a="http://schemas.openxmlformats.org/drawingml/2006/main">
            <a:r>
              <a:t>Artwork: generated with OpenAI ImageGen for this presentation. Japanese landscape and celestial motifs are decorative, not scientific observations.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priorities begin with a complete observing journey: location, scores, spots and a local event calendar. The next priority is a reproducible scientific image workflow. Field mode, offline plans and journals extend the product into real observing sessions. Transient analysis adds a deeper science path after the core experience is reliable. Thank the judges and invite questions. Team: The big 2. Team ID: PF-EPB8S3. Problem statement: 2.</a:t>
            </a:r>
          </a:p>
          <a:p xmlns:a="http://schemas.openxmlformats.org/drawingml/2006/main">
            <a:r>
              <a:t/>
            </a:r>
          </a:p>
          <a:p xmlns:a="http://schemas.openxmlformats.org/drawingml/2006/main">
            <a:r>
              <a:t>Project sources:</a:t>
            </a:r>
          </a:p>
          <a:p xmlns:a="http://schemas.openxmlformats.org/drawingml/2006/main">
            <a:r>
              <a:t>D:/PROJECTS/Pecathon/docs/tsukuyomi-final-guideline.md</a:t>
            </a:r>
          </a:p>
          <a:p xmlns:a="http://schemas.openxmlformats.org/drawingml/2006/main">
            <a:r>
              <a:t>D:/PROJECTS/Pecathon/README.md</a:t>
            </a:r>
          </a:p>
          <a:p xmlns:a="http://schemas.openxmlformats.org/drawingml/2006/main">
            <a:r>
              <a:t/>
            </a:r>
          </a:p>
          <a:p xmlns:a="http://schemas.openxmlformats.org/drawingml/2006/main">
            <a:r>
              <a:t>Artwork: generated with OpenAI ImageGen for this presentation. Japanese landscape and celestial motifs are decorative, not scientific observations.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834ef0f6e2d424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145f310c118423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915de50d57b4c1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34d252e5e4849b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6822af4904444f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3af6813a07045d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2DAA75F-6C84-4505-88CE-06ABAB0A718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2A5E06B-831D-47FB-919B-94B7C4474CB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85EB957-35D4-473D-8019-D09623F1247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81CF12F-B709-4ED2-B127-8AF65BF8517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1F8D052-97E1-49FC-A3FE-3AF43413693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2AB2CD2-12B5-419D-A023-A175626850A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D6FC1AE-DE68-41D8-9C0C-7588F035A5B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B75954F-BC96-4920-AAE7-F8FCBEE8C7F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EC2E69F-DBE4-4661-A842-F2BC398606D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681BE37-F0FB-41C1-992B-08DD95EBE18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beb9819b5f340c0" /><Relationship Type="http://schemas.openxmlformats.org/officeDocument/2006/relationships/slideLayout" Target="/ppt/slideLayouts/slideLayout1.xml" Id="R6216730b8e4b4fb9" /><Relationship Type="http://schemas.openxmlformats.org/officeDocument/2006/relationships/slideLayout" Target="/ppt/slideLayouts/slideLayout2.xml" Id="R4065a76e41554ea0" /><Relationship Type="http://schemas.openxmlformats.org/officeDocument/2006/relationships/slideLayout" Target="/ppt/slideLayouts/slideLayout3.xml" Id="Rb89579ea97874ee7" /><Relationship Type="http://schemas.openxmlformats.org/officeDocument/2006/relationships/slideLayout" Target="/ppt/slideLayouts/slideLayout4.xml" Id="R5a2dad809da44d19" /><Relationship Type="http://schemas.openxmlformats.org/officeDocument/2006/relationships/slideLayout" Target="/ppt/slideLayouts/slideLayout5.xml" Id="Rc0bd3d8684ea42dc" /><Relationship Type="http://schemas.openxmlformats.org/officeDocument/2006/relationships/slideLayout" Target="/ppt/slideLayouts/slideLayout6.xml" Id="Rc408e9f3f48d44b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216730b8e4b4fb9"/>
    <p:sldLayoutId xmlns:r="http://schemas.openxmlformats.org/officeDocument/2006/relationships" id="2147483650" r:id="R4065a76e41554ea0"/>
    <p:sldLayoutId xmlns:r="http://schemas.openxmlformats.org/officeDocument/2006/relationships" id="2147483651" r:id="Rb89579ea97874ee7"/>
    <p:sldLayoutId xmlns:r="http://schemas.openxmlformats.org/officeDocument/2006/relationships" id="2147483652" r:id="R5a2dad809da44d19"/>
    <p:sldLayoutId xmlns:r="http://schemas.openxmlformats.org/officeDocument/2006/relationships" id="2147483653" r:id="Rc0bd3d8684ea42dc"/>
    <p:sldLayoutId xmlns:r="http://schemas.openxmlformats.org/officeDocument/2006/relationships" id="2147483654" r:id="Rc408e9f3f48d44b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a356ba7a30f468c" /><Relationship Type="http://schemas.openxmlformats.org/officeDocument/2006/relationships/image" Target="/ppt/media/image.png" Id="R8ecd90536ef44bb4" /><Relationship Type="http://schemas.openxmlformats.org/officeDocument/2006/relationships/notesSlide" Target="/ppt/notesSlides/notesSlide1.xml" Id="R4dc84bf103684d7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6d27e53af5640fb" /><Relationship Type="http://schemas.openxmlformats.org/officeDocument/2006/relationships/image" Target="/ppt/media/image2.png" Id="Re3832388a28d4ab2" /><Relationship Type="http://schemas.openxmlformats.org/officeDocument/2006/relationships/notesSlide" Target="/ppt/notesSlides/notesSlide2.xml" Id="Rb2013258c1684f3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65d0ea9bbe848b8" /><Relationship Type="http://schemas.openxmlformats.org/officeDocument/2006/relationships/image" Target="/ppt/media/image3.png" Id="Rf56ee96a08bc490c" /><Relationship Type="http://schemas.openxmlformats.org/officeDocument/2006/relationships/notesSlide" Target="/ppt/notesSlides/notesSlide3.xml" Id="Rf6ad966425d0477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ca2df7075354542" /><Relationship Type="http://schemas.openxmlformats.org/officeDocument/2006/relationships/image" Target="/ppt/media/image4.png" Id="R37cd1658ea774030" /><Relationship Type="http://schemas.openxmlformats.org/officeDocument/2006/relationships/notesSlide" Target="/ppt/notesSlides/notesSlide4.xml" Id="R6782f05f5aa3442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8de1acb1fb4416c" /><Relationship Type="http://schemas.openxmlformats.org/officeDocument/2006/relationships/image" Target="/ppt/media/image5.png" Id="R8c74339b8d4d485b" /><Relationship Type="http://schemas.openxmlformats.org/officeDocument/2006/relationships/image" Target="/ppt/media/image.jpeg" Id="R6704748244594b74" /><Relationship Type="http://schemas.openxmlformats.org/officeDocument/2006/relationships/notesSlide" Target="/ppt/notesSlides/notesSlide5.xml" Id="R9fef6d7f572f4af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6bb9cd86ece4884" /><Relationship Type="http://schemas.openxmlformats.org/officeDocument/2006/relationships/image" Target="/ppt/media/image6.png" Id="Ra1ecff82400842b4" /><Relationship Type="http://schemas.openxmlformats.org/officeDocument/2006/relationships/notesSlide" Target="/ppt/notesSlides/notesSlide6.xml" Id="R36a615f98def45e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1ee4147f69a431e" /><Relationship Type="http://schemas.openxmlformats.org/officeDocument/2006/relationships/image" Target="/ppt/media/image7.png" Id="Rfd3b83d2d7574caa" /><Relationship Type="http://schemas.openxmlformats.org/officeDocument/2006/relationships/notesSlide" Target="/ppt/notesSlides/notesSlide7.xml" Id="Rf26b2b7d0bf4442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d3cb778e92d4527" /><Relationship Type="http://schemas.openxmlformats.org/officeDocument/2006/relationships/image" Target="/ppt/media/image8.png" Id="R45152532cd1646a7" /><Relationship Type="http://schemas.openxmlformats.org/officeDocument/2006/relationships/notesSlide" Target="/ppt/notesSlides/notesSlide8.xml" Id="R7f2c94109a394095" /></Relationships>
</file>

<file path=ppt/slides/slide1.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0232F460-7779-46EC-B6E9-60A0A0C255E6}"/>
              </a:ext>
            </a:extLst>
          </p:cNvPr>
          <p:cNvPicPr>
            <a:picLocks xmlns:a="http://schemas.openxmlformats.org/drawingml/2006/main" noChangeAspect="1"/>
          </p:cNvPicPr>
          <p:nvPr/>
        </p:nvPicPr>
        <p:blipFill>
          <a:blip xmlns:r="http://schemas.openxmlformats.org/officeDocument/2006/relationships" xmlns:a="http://schemas.openxmlformats.org/drawingml/2006/main" r:embed="R8ecd90536ef44bb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DD7628A4-1818-401D-8AB4-4E7458D62674}"/>
              </a:ext>
            </a:extLst>
          </p:cNvPr>
          <p:cNvSpPr>
            <a:spLocks xmlns:a="http://schemas.openxmlformats.org/drawingml/2006/main" noGrp="1"/>
          </p:cNvSpPr>
          <p:nvPr/>
        </p:nvSpPr>
        <p:spPr>
          <a:xfrm xmlns:a="http://schemas.openxmlformats.org/drawingml/2006/main">
            <a:off x="762000" y="78105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i="0">
                <a:solidFill>
                  <a:srgbClr val="A52836"/>
                </a:solidFill>
                <a:latin typeface="Arial"/>
                <a:ea typeface="Arial"/>
                <a:cs typeface="Arial"/>
              </a:defRPr>
            </a:defPPr>
            <a:lvl1pPr>
              <a:defRPr sz="1275" b="1" i="0">
                <a:solidFill>
                  <a:srgbClr val="A52836"/>
                </a:solidFill>
                <a:latin typeface="Arial"/>
                <a:ea typeface="Arial"/>
                <a:cs typeface="Arial"/>
              </a:defRPr>
            </a:lvl1pPr>
            <a:lvl2pPr>
              <a:defRPr sz="1275" b="1" i="0">
                <a:solidFill>
                  <a:srgbClr val="A52836"/>
                </a:solidFill>
                <a:latin typeface="Arial"/>
                <a:ea typeface="Arial"/>
                <a:cs typeface="Arial"/>
              </a:defRPr>
            </a:lvl2pPr>
            <a:lvl3pPr>
              <a:defRPr sz="1275" b="1" i="0">
                <a:solidFill>
                  <a:srgbClr val="A52836"/>
                </a:solidFill>
                <a:latin typeface="Arial"/>
                <a:ea typeface="Arial"/>
                <a:cs typeface="Arial"/>
              </a:defRPr>
            </a:lvl3pPr>
            <a:lvl4pPr>
              <a:defRPr sz="1275" b="1" i="0">
                <a:solidFill>
                  <a:srgbClr val="A52836"/>
                </a:solidFill>
                <a:latin typeface="Arial"/>
                <a:ea typeface="Arial"/>
                <a:cs typeface="Arial"/>
              </a:defRPr>
            </a:lvl4pPr>
            <a:lvl5pPr>
              <a:defRPr sz="1275" b="1" i="0">
                <a:solidFill>
                  <a:srgbClr val="A52836"/>
                </a:solidFill>
                <a:latin typeface="Arial"/>
                <a:ea typeface="Arial"/>
                <a:cs typeface="Arial"/>
              </a:defRPr>
            </a:lvl5pPr>
            <a:lvl6pPr>
              <a:defRPr sz="1275" b="1" i="0">
                <a:solidFill>
                  <a:srgbClr val="A52836"/>
                </a:solidFill>
                <a:latin typeface="Arial"/>
                <a:ea typeface="Arial"/>
                <a:cs typeface="Arial"/>
              </a:defRPr>
            </a:lvl6pPr>
            <a:lvl7pPr>
              <a:defRPr sz="1275" b="1" i="0">
                <a:solidFill>
                  <a:srgbClr val="A52836"/>
                </a:solidFill>
                <a:latin typeface="Arial"/>
                <a:ea typeface="Arial"/>
                <a:cs typeface="Arial"/>
              </a:defRPr>
            </a:lvl7pPr>
            <a:lvl8pPr>
              <a:defRPr sz="1275" b="1" i="0">
                <a:solidFill>
                  <a:srgbClr val="A52836"/>
                </a:solidFill>
                <a:latin typeface="Arial"/>
                <a:ea typeface="Arial"/>
                <a:cs typeface="Arial"/>
              </a:defRPr>
            </a:lvl8pPr>
            <a:lvl9pPr>
              <a:defRPr sz="1275" b="1" i="0">
                <a:solidFill>
                  <a:srgbClr val="A52836"/>
                </a:solidFill>
                <a:latin typeface="Arial"/>
                <a:ea typeface="Arial"/>
                <a:cs typeface="Arial"/>
              </a:defRPr>
            </a:lvl9pPr>
          </a:lstStyle>
          <a:p xmlns:a="http://schemas.openxmlformats.org/drawingml/2006/main">
            <a:pPr>
              <a:defRPr sz="1275" b="1" i="0">
                <a:solidFill>
                  <a:srgbClr val="A52836"/>
                </a:solidFill>
                <a:latin typeface="Arial"/>
                <a:ea typeface="Arial"/>
                <a:cs typeface="Arial"/>
              </a:defRPr>
            </a:pPr>
            <a:r>
              <a:rPr sz="1275" b="1" i="0">
                <a:solidFill>
                  <a:srgbClr val="A52836"/>
                </a:solidFill>
                <a:latin typeface="Arial"/>
                <a:ea typeface="Arial"/>
                <a:cs typeface="Arial"/>
              </a:rPr>
              <a:t>PECATHON 2026   /   PROBLEM STATEMENT 2</a:t>
            </a:r>
          </a:p>
        </p:txBody>
      </p:sp>
      <p:sp>
        <p:nvSpPr>
          <p:cNvPr id="3" name="text-2">
            <a:extLst xmlns:a="http://schemas.openxmlformats.org/drawingml/2006/main">
              <a:ext uri="{FF2B5EF4-FFF2-40B4-BE49-F238E27FC236}">
                <a16:creationId xmlns:a16="http://schemas.microsoft.com/office/drawing/2014/main" id="{C220F664-51D6-4A17-A241-BC1DA7AF1C0E}"/>
              </a:ext>
            </a:extLst>
          </p:cNvPr>
          <p:cNvSpPr>
            <a:spLocks xmlns:a="http://schemas.openxmlformats.org/drawingml/2006/main" noGrp="1"/>
          </p:cNvSpPr>
          <p:nvPr/>
        </p:nvSpPr>
        <p:spPr>
          <a:xfrm xmlns:a="http://schemas.openxmlformats.org/drawingml/2006/main">
            <a:off x="762000" y="1438275"/>
            <a:ext cx="1714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0" i="0">
                <a:solidFill>
                  <a:srgbClr val="292B30"/>
                </a:solidFill>
                <a:latin typeface="Yu Gothic"/>
                <a:ea typeface="Yu Gothic"/>
                <a:cs typeface="Yu Gothic"/>
              </a:defRPr>
            </a:defPPr>
            <a:lvl1pPr>
              <a:defRPr sz="2925" b="0" i="0">
                <a:solidFill>
                  <a:srgbClr val="292B30"/>
                </a:solidFill>
                <a:latin typeface="Yu Gothic"/>
                <a:ea typeface="Yu Gothic"/>
                <a:cs typeface="Yu Gothic"/>
              </a:defRPr>
            </a:lvl1pPr>
            <a:lvl2pPr>
              <a:defRPr sz="2925" b="0" i="0">
                <a:solidFill>
                  <a:srgbClr val="292B30"/>
                </a:solidFill>
                <a:latin typeface="Yu Gothic"/>
                <a:ea typeface="Yu Gothic"/>
                <a:cs typeface="Yu Gothic"/>
              </a:defRPr>
            </a:lvl2pPr>
            <a:lvl3pPr>
              <a:defRPr sz="2925" b="0" i="0">
                <a:solidFill>
                  <a:srgbClr val="292B30"/>
                </a:solidFill>
                <a:latin typeface="Yu Gothic"/>
                <a:ea typeface="Yu Gothic"/>
                <a:cs typeface="Yu Gothic"/>
              </a:defRPr>
            </a:lvl3pPr>
            <a:lvl4pPr>
              <a:defRPr sz="2925" b="0" i="0">
                <a:solidFill>
                  <a:srgbClr val="292B30"/>
                </a:solidFill>
                <a:latin typeface="Yu Gothic"/>
                <a:ea typeface="Yu Gothic"/>
                <a:cs typeface="Yu Gothic"/>
              </a:defRPr>
            </a:lvl4pPr>
            <a:lvl5pPr>
              <a:defRPr sz="2925" b="0" i="0">
                <a:solidFill>
                  <a:srgbClr val="292B30"/>
                </a:solidFill>
                <a:latin typeface="Yu Gothic"/>
                <a:ea typeface="Yu Gothic"/>
                <a:cs typeface="Yu Gothic"/>
              </a:defRPr>
            </a:lvl5pPr>
            <a:lvl6pPr>
              <a:defRPr sz="2925" b="0" i="0">
                <a:solidFill>
                  <a:srgbClr val="292B30"/>
                </a:solidFill>
                <a:latin typeface="Yu Gothic"/>
                <a:ea typeface="Yu Gothic"/>
                <a:cs typeface="Yu Gothic"/>
              </a:defRPr>
            </a:lvl6pPr>
            <a:lvl7pPr>
              <a:defRPr sz="2925" b="0" i="0">
                <a:solidFill>
                  <a:srgbClr val="292B30"/>
                </a:solidFill>
                <a:latin typeface="Yu Gothic"/>
                <a:ea typeface="Yu Gothic"/>
                <a:cs typeface="Yu Gothic"/>
              </a:defRPr>
            </a:lvl7pPr>
            <a:lvl8pPr>
              <a:defRPr sz="2925" b="0" i="0">
                <a:solidFill>
                  <a:srgbClr val="292B30"/>
                </a:solidFill>
                <a:latin typeface="Yu Gothic"/>
                <a:ea typeface="Yu Gothic"/>
                <a:cs typeface="Yu Gothic"/>
              </a:defRPr>
            </a:lvl8pPr>
            <a:lvl9pPr>
              <a:defRPr sz="2925" b="0" i="0">
                <a:solidFill>
                  <a:srgbClr val="292B30"/>
                </a:solidFill>
                <a:latin typeface="Yu Gothic"/>
                <a:ea typeface="Yu Gothic"/>
                <a:cs typeface="Yu Gothic"/>
              </a:defRPr>
            </a:lvl9pPr>
          </a:lstStyle>
          <a:p xmlns:a="http://schemas.openxmlformats.org/drawingml/2006/main">
            <a:pPr>
              <a:defRPr sz="2925" b="0" i="0">
                <a:solidFill>
                  <a:srgbClr val="292B30"/>
                </a:solidFill>
                <a:latin typeface="Yu Gothic"/>
                <a:ea typeface="Yu Gothic"/>
                <a:cs typeface="Yu Gothic"/>
              </a:defRPr>
            </a:pPr>
            <a:r>
              <a:rPr sz="2925" b="0" i="0">
                <a:solidFill>
                  <a:srgbClr val="292B30"/>
                </a:solidFill>
                <a:latin typeface="Yu Gothic"/>
                <a:ea typeface="Yu Gothic"/>
                <a:cs typeface="Yu Gothic"/>
              </a:rPr>
              <a:t>月読</a:t>
            </a:r>
          </a:p>
        </p:txBody>
      </p:sp>
      <p:sp>
        <p:nvSpPr>
          <p:cNvPr id="4" name="text-3">
            <a:extLst xmlns:a="http://schemas.openxmlformats.org/drawingml/2006/main">
              <a:ext uri="{FF2B5EF4-FFF2-40B4-BE49-F238E27FC236}">
                <a16:creationId xmlns:a16="http://schemas.microsoft.com/office/drawing/2014/main" id="{EEBC7BF8-FAED-40D8-8555-6882728274FF}"/>
              </a:ext>
            </a:extLst>
          </p:cNvPr>
          <p:cNvSpPr>
            <a:spLocks xmlns:a="http://schemas.openxmlformats.org/drawingml/2006/main" noGrp="1"/>
          </p:cNvSpPr>
          <p:nvPr/>
        </p:nvSpPr>
        <p:spPr>
          <a:xfrm xmlns:a="http://schemas.openxmlformats.org/drawingml/2006/main">
            <a:off x="723900" y="2162175"/>
            <a:ext cx="6191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550" b="0" i="0">
                <a:solidFill>
                  <a:srgbClr val="A52836"/>
                </a:solidFill>
                <a:latin typeface="Georgia"/>
                <a:ea typeface="Georgia"/>
                <a:cs typeface="Georgia"/>
              </a:defRPr>
            </a:defPPr>
            <a:lvl1pPr>
              <a:defRPr sz="5550" b="0" i="0">
                <a:solidFill>
                  <a:srgbClr val="A52836"/>
                </a:solidFill>
                <a:latin typeface="Georgia"/>
                <a:ea typeface="Georgia"/>
                <a:cs typeface="Georgia"/>
              </a:defRPr>
            </a:lvl1pPr>
            <a:lvl2pPr>
              <a:defRPr sz="5550" b="0" i="0">
                <a:solidFill>
                  <a:srgbClr val="A52836"/>
                </a:solidFill>
                <a:latin typeface="Georgia"/>
                <a:ea typeface="Georgia"/>
                <a:cs typeface="Georgia"/>
              </a:defRPr>
            </a:lvl2pPr>
            <a:lvl3pPr>
              <a:defRPr sz="5550" b="0" i="0">
                <a:solidFill>
                  <a:srgbClr val="A52836"/>
                </a:solidFill>
                <a:latin typeface="Georgia"/>
                <a:ea typeface="Georgia"/>
                <a:cs typeface="Georgia"/>
              </a:defRPr>
            </a:lvl3pPr>
            <a:lvl4pPr>
              <a:defRPr sz="5550" b="0" i="0">
                <a:solidFill>
                  <a:srgbClr val="A52836"/>
                </a:solidFill>
                <a:latin typeface="Georgia"/>
                <a:ea typeface="Georgia"/>
                <a:cs typeface="Georgia"/>
              </a:defRPr>
            </a:lvl4pPr>
            <a:lvl5pPr>
              <a:defRPr sz="5550" b="0" i="0">
                <a:solidFill>
                  <a:srgbClr val="A52836"/>
                </a:solidFill>
                <a:latin typeface="Georgia"/>
                <a:ea typeface="Georgia"/>
                <a:cs typeface="Georgia"/>
              </a:defRPr>
            </a:lvl5pPr>
            <a:lvl6pPr>
              <a:defRPr sz="5550" b="0" i="0">
                <a:solidFill>
                  <a:srgbClr val="A52836"/>
                </a:solidFill>
                <a:latin typeface="Georgia"/>
                <a:ea typeface="Georgia"/>
                <a:cs typeface="Georgia"/>
              </a:defRPr>
            </a:lvl6pPr>
            <a:lvl7pPr>
              <a:defRPr sz="5550" b="0" i="0">
                <a:solidFill>
                  <a:srgbClr val="A52836"/>
                </a:solidFill>
                <a:latin typeface="Georgia"/>
                <a:ea typeface="Georgia"/>
                <a:cs typeface="Georgia"/>
              </a:defRPr>
            </a:lvl7pPr>
            <a:lvl8pPr>
              <a:defRPr sz="5550" b="0" i="0">
                <a:solidFill>
                  <a:srgbClr val="A52836"/>
                </a:solidFill>
                <a:latin typeface="Georgia"/>
                <a:ea typeface="Georgia"/>
                <a:cs typeface="Georgia"/>
              </a:defRPr>
            </a:lvl8pPr>
            <a:lvl9pPr>
              <a:defRPr sz="5550" b="0" i="0">
                <a:solidFill>
                  <a:srgbClr val="A52836"/>
                </a:solidFill>
                <a:latin typeface="Georgia"/>
                <a:ea typeface="Georgia"/>
                <a:cs typeface="Georgia"/>
              </a:defRPr>
            </a:lvl9pPr>
          </a:lstStyle>
          <a:p xmlns:a="http://schemas.openxmlformats.org/drawingml/2006/main">
            <a:pPr>
              <a:defRPr sz="5550" b="0" i="0">
                <a:solidFill>
                  <a:srgbClr val="A52836"/>
                </a:solidFill>
                <a:latin typeface="Georgia"/>
                <a:ea typeface="Georgia"/>
                <a:cs typeface="Georgia"/>
              </a:defRPr>
            </a:pPr>
            <a:r>
              <a:rPr sz="5550" b="0" i="0">
                <a:solidFill>
                  <a:srgbClr val="A52836"/>
                </a:solidFill>
                <a:latin typeface="Georgia"/>
                <a:ea typeface="Georgia"/>
                <a:cs typeface="Georgia"/>
              </a:rPr>
              <a:t>Tsukuyomi</a:t>
            </a:r>
          </a:p>
        </p:txBody>
      </p:sp>
      <p:sp>
        <p:nvSpPr>
          <p:cNvPr id="5" name="text-4">
            <a:extLst xmlns:a="http://schemas.openxmlformats.org/drawingml/2006/main">
              <a:ext uri="{FF2B5EF4-FFF2-40B4-BE49-F238E27FC236}">
                <a16:creationId xmlns:a16="http://schemas.microsoft.com/office/drawing/2014/main" id="{88CD2302-1E1F-4D47-B0A3-309B284A86CE}"/>
              </a:ext>
            </a:extLst>
          </p:cNvPr>
          <p:cNvSpPr>
            <a:spLocks xmlns:a="http://schemas.openxmlformats.org/drawingml/2006/main" noGrp="1"/>
          </p:cNvSpPr>
          <p:nvPr/>
        </p:nvSpPr>
        <p:spPr>
          <a:xfrm xmlns:a="http://schemas.openxmlformats.org/drawingml/2006/main">
            <a:off x="723900" y="2971800"/>
            <a:ext cx="5048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550" b="0" i="0">
                <a:solidFill>
                  <a:srgbClr val="A52836"/>
                </a:solidFill>
                <a:latin typeface="Georgia"/>
                <a:ea typeface="Georgia"/>
                <a:cs typeface="Georgia"/>
              </a:defRPr>
            </a:defPPr>
            <a:lvl1pPr>
              <a:defRPr sz="5550" b="0" i="0">
                <a:solidFill>
                  <a:srgbClr val="A52836"/>
                </a:solidFill>
                <a:latin typeface="Georgia"/>
                <a:ea typeface="Georgia"/>
                <a:cs typeface="Georgia"/>
              </a:defRPr>
            </a:lvl1pPr>
            <a:lvl2pPr>
              <a:defRPr sz="5550" b="0" i="0">
                <a:solidFill>
                  <a:srgbClr val="A52836"/>
                </a:solidFill>
                <a:latin typeface="Georgia"/>
                <a:ea typeface="Georgia"/>
                <a:cs typeface="Georgia"/>
              </a:defRPr>
            </a:lvl2pPr>
            <a:lvl3pPr>
              <a:defRPr sz="5550" b="0" i="0">
                <a:solidFill>
                  <a:srgbClr val="A52836"/>
                </a:solidFill>
                <a:latin typeface="Georgia"/>
                <a:ea typeface="Georgia"/>
                <a:cs typeface="Georgia"/>
              </a:defRPr>
            </a:lvl3pPr>
            <a:lvl4pPr>
              <a:defRPr sz="5550" b="0" i="0">
                <a:solidFill>
                  <a:srgbClr val="A52836"/>
                </a:solidFill>
                <a:latin typeface="Georgia"/>
                <a:ea typeface="Georgia"/>
                <a:cs typeface="Georgia"/>
              </a:defRPr>
            </a:lvl4pPr>
            <a:lvl5pPr>
              <a:defRPr sz="5550" b="0" i="0">
                <a:solidFill>
                  <a:srgbClr val="A52836"/>
                </a:solidFill>
                <a:latin typeface="Georgia"/>
                <a:ea typeface="Georgia"/>
                <a:cs typeface="Georgia"/>
              </a:defRPr>
            </a:lvl5pPr>
            <a:lvl6pPr>
              <a:defRPr sz="5550" b="0" i="0">
                <a:solidFill>
                  <a:srgbClr val="A52836"/>
                </a:solidFill>
                <a:latin typeface="Georgia"/>
                <a:ea typeface="Georgia"/>
                <a:cs typeface="Georgia"/>
              </a:defRPr>
            </a:lvl6pPr>
            <a:lvl7pPr>
              <a:defRPr sz="5550" b="0" i="0">
                <a:solidFill>
                  <a:srgbClr val="A52836"/>
                </a:solidFill>
                <a:latin typeface="Georgia"/>
                <a:ea typeface="Georgia"/>
                <a:cs typeface="Georgia"/>
              </a:defRPr>
            </a:lvl7pPr>
            <a:lvl8pPr>
              <a:defRPr sz="5550" b="0" i="0">
                <a:solidFill>
                  <a:srgbClr val="A52836"/>
                </a:solidFill>
                <a:latin typeface="Georgia"/>
                <a:ea typeface="Georgia"/>
                <a:cs typeface="Georgia"/>
              </a:defRPr>
            </a:lvl8pPr>
            <a:lvl9pPr>
              <a:defRPr sz="5550" b="0" i="0">
                <a:solidFill>
                  <a:srgbClr val="A52836"/>
                </a:solidFill>
                <a:latin typeface="Georgia"/>
                <a:ea typeface="Georgia"/>
                <a:cs typeface="Georgia"/>
              </a:defRPr>
            </a:lvl9pPr>
          </a:lstStyle>
          <a:p xmlns:a="http://schemas.openxmlformats.org/drawingml/2006/main">
            <a:pPr>
              <a:defRPr sz="5550" b="0" i="0">
                <a:solidFill>
                  <a:srgbClr val="A52836"/>
                </a:solidFill>
                <a:latin typeface="Georgia"/>
                <a:ea typeface="Georgia"/>
                <a:cs typeface="Georgia"/>
              </a:defRPr>
            </a:pPr>
            <a:r>
              <a:rPr sz="5550" b="0" i="0">
                <a:solidFill>
                  <a:srgbClr val="A52836"/>
                </a:solidFill>
                <a:latin typeface="Georgia"/>
                <a:ea typeface="Georgia"/>
                <a:cs typeface="Georgia"/>
              </a:rPr>
              <a:t>Watch</a:t>
            </a:r>
          </a:p>
        </p:txBody>
      </p:sp>
      <p:sp>
        <p:nvSpPr>
          <p:cNvPr id="6" name="text-5">
            <a:extLst xmlns:a="http://schemas.openxmlformats.org/drawingml/2006/main">
              <a:ext uri="{FF2B5EF4-FFF2-40B4-BE49-F238E27FC236}">
                <a16:creationId xmlns:a16="http://schemas.microsoft.com/office/drawing/2014/main" id="{DF0A82E3-A238-47A0-8057-CD4664460FA4}"/>
              </a:ext>
            </a:extLst>
          </p:cNvPr>
          <p:cNvSpPr>
            <a:spLocks xmlns:a="http://schemas.openxmlformats.org/drawingml/2006/main" noGrp="1"/>
          </p:cNvSpPr>
          <p:nvPr/>
        </p:nvSpPr>
        <p:spPr>
          <a:xfrm xmlns:a="http://schemas.openxmlformats.org/drawingml/2006/main">
            <a:off x="771525" y="4029075"/>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i="1">
                <a:solidFill>
                  <a:srgbClr val="292B30"/>
                </a:solidFill>
                <a:latin typeface="Georgia"/>
                <a:ea typeface="Georgia"/>
                <a:cs typeface="Georgia"/>
              </a:defRPr>
            </a:defPPr>
            <a:lvl1pPr>
              <a:defRPr sz="2025" b="0" i="1">
                <a:solidFill>
                  <a:srgbClr val="292B30"/>
                </a:solidFill>
                <a:latin typeface="Georgia"/>
                <a:ea typeface="Georgia"/>
                <a:cs typeface="Georgia"/>
              </a:defRPr>
            </a:lvl1pPr>
            <a:lvl2pPr>
              <a:defRPr sz="2025" b="0" i="1">
                <a:solidFill>
                  <a:srgbClr val="292B30"/>
                </a:solidFill>
                <a:latin typeface="Georgia"/>
                <a:ea typeface="Georgia"/>
                <a:cs typeface="Georgia"/>
              </a:defRPr>
            </a:lvl2pPr>
            <a:lvl3pPr>
              <a:defRPr sz="2025" b="0" i="1">
                <a:solidFill>
                  <a:srgbClr val="292B30"/>
                </a:solidFill>
                <a:latin typeface="Georgia"/>
                <a:ea typeface="Georgia"/>
                <a:cs typeface="Georgia"/>
              </a:defRPr>
            </a:lvl3pPr>
            <a:lvl4pPr>
              <a:defRPr sz="2025" b="0" i="1">
                <a:solidFill>
                  <a:srgbClr val="292B30"/>
                </a:solidFill>
                <a:latin typeface="Georgia"/>
                <a:ea typeface="Georgia"/>
                <a:cs typeface="Georgia"/>
              </a:defRPr>
            </a:lvl4pPr>
            <a:lvl5pPr>
              <a:defRPr sz="2025" b="0" i="1">
                <a:solidFill>
                  <a:srgbClr val="292B30"/>
                </a:solidFill>
                <a:latin typeface="Georgia"/>
                <a:ea typeface="Georgia"/>
                <a:cs typeface="Georgia"/>
              </a:defRPr>
            </a:lvl5pPr>
            <a:lvl6pPr>
              <a:defRPr sz="2025" b="0" i="1">
                <a:solidFill>
                  <a:srgbClr val="292B30"/>
                </a:solidFill>
                <a:latin typeface="Georgia"/>
                <a:ea typeface="Georgia"/>
                <a:cs typeface="Georgia"/>
              </a:defRPr>
            </a:lvl6pPr>
            <a:lvl7pPr>
              <a:defRPr sz="2025" b="0" i="1">
                <a:solidFill>
                  <a:srgbClr val="292B30"/>
                </a:solidFill>
                <a:latin typeface="Georgia"/>
                <a:ea typeface="Georgia"/>
                <a:cs typeface="Georgia"/>
              </a:defRPr>
            </a:lvl7pPr>
            <a:lvl8pPr>
              <a:defRPr sz="2025" b="0" i="1">
                <a:solidFill>
                  <a:srgbClr val="292B30"/>
                </a:solidFill>
                <a:latin typeface="Georgia"/>
                <a:ea typeface="Georgia"/>
                <a:cs typeface="Georgia"/>
              </a:defRPr>
            </a:lvl8pPr>
            <a:lvl9pPr>
              <a:defRPr sz="2025" b="0" i="1">
                <a:solidFill>
                  <a:srgbClr val="292B30"/>
                </a:solidFill>
                <a:latin typeface="Georgia"/>
                <a:ea typeface="Georgia"/>
                <a:cs typeface="Georgia"/>
              </a:defRPr>
            </a:lvl9pPr>
          </a:lstStyle>
          <a:p xmlns:a="http://schemas.openxmlformats.org/drawingml/2006/main">
            <a:pPr>
              <a:defRPr sz="2025" b="0" i="1">
                <a:solidFill>
                  <a:srgbClr val="292B30"/>
                </a:solidFill>
                <a:latin typeface="Georgia"/>
                <a:ea typeface="Georgia"/>
                <a:cs typeface="Georgia"/>
              </a:defRPr>
            </a:pPr>
            <a:r>
              <a:rPr sz="2025" b="0" i="1">
                <a:solidFill>
                  <a:srgbClr val="292B30"/>
                </a:solidFill>
                <a:latin typeface="Georgia"/>
                <a:ea typeface="Georgia"/>
                <a:cs typeface="Georgia"/>
              </a:rPr>
              <a:t>The Samurai’s Celestial Guide</a:t>
            </a:r>
          </a:p>
        </p:txBody>
      </p:sp>
      <p:sp>
        <p:nvSpPr>
          <p:cNvPr id="7" name="text-6">
            <a:extLst xmlns:a="http://schemas.openxmlformats.org/drawingml/2006/main">
              <a:ext uri="{FF2B5EF4-FFF2-40B4-BE49-F238E27FC236}">
                <a16:creationId xmlns:a16="http://schemas.microsoft.com/office/drawing/2014/main" id="{2CC9EA86-4EB9-4D7D-8213-2C9B350F076A}"/>
              </a:ext>
            </a:extLst>
          </p:cNvPr>
          <p:cNvSpPr>
            <a:spLocks xmlns:a="http://schemas.openxmlformats.org/drawingml/2006/main" noGrp="1"/>
          </p:cNvSpPr>
          <p:nvPr/>
        </p:nvSpPr>
        <p:spPr>
          <a:xfrm xmlns:a="http://schemas.openxmlformats.org/drawingml/2006/main">
            <a:off x="781050" y="4638675"/>
            <a:ext cx="5143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i="0">
                <a:solidFill>
                  <a:srgbClr val="5E5C5B"/>
                </a:solidFill>
                <a:latin typeface="Arial"/>
                <a:ea typeface="Arial"/>
                <a:cs typeface="Arial"/>
              </a:defRPr>
            </a:defPPr>
            <a:lvl1pPr>
              <a:defRPr sz="1875" b="0" i="0">
                <a:solidFill>
                  <a:srgbClr val="5E5C5B"/>
                </a:solidFill>
                <a:latin typeface="Arial"/>
                <a:ea typeface="Arial"/>
                <a:cs typeface="Arial"/>
              </a:defRPr>
            </a:lvl1pPr>
            <a:lvl2pPr>
              <a:defRPr sz="1875" b="0" i="0">
                <a:solidFill>
                  <a:srgbClr val="5E5C5B"/>
                </a:solidFill>
                <a:latin typeface="Arial"/>
                <a:ea typeface="Arial"/>
                <a:cs typeface="Arial"/>
              </a:defRPr>
            </a:lvl2pPr>
            <a:lvl3pPr>
              <a:defRPr sz="1875" b="0" i="0">
                <a:solidFill>
                  <a:srgbClr val="5E5C5B"/>
                </a:solidFill>
                <a:latin typeface="Arial"/>
                <a:ea typeface="Arial"/>
                <a:cs typeface="Arial"/>
              </a:defRPr>
            </a:lvl3pPr>
            <a:lvl4pPr>
              <a:defRPr sz="1875" b="0" i="0">
                <a:solidFill>
                  <a:srgbClr val="5E5C5B"/>
                </a:solidFill>
                <a:latin typeface="Arial"/>
                <a:ea typeface="Arial"/>
                <a:cs typeface="Arial"/>
              </a:defRPr>
            </a:lvl4pPr>
            <a:lvl5pPr>
              <a:defRPr sz="1875" b="0" i="0">
                <a:solidFill>
                  <a:srgbClr val="5E5C5B"/>
                </a:solidFill>
                <a:latin typeface="Arial"/>
                <a:ea typeface="Arial"/>
                <a:cs typeface="Arial"/>
              </a:defRPr>
            </a:lvl5pPr>
            <a:lvl6pPr>
              <a:defRPr sz="1875" b="0" i="0">
                <a:solidFill>
                  <a:srgbClr val="5E5C5B"/>
                </a:solidFill>
                <a:latin typeface="Arial"/>
                <a:ea typeface="Arial"/>
                <a:cs typeface="Arial"/>
              </a:defRPr>
            </a:lvl6pPr>
            <a:lvl7pPr>
              <a:defRPr sz="1875" b="0" i="0">
                <a:solidFill>
                  <a:srgbClr val="5E5C5B"/>
                </a:solidFill>
                <a:latin typeface="Arial"/>
                <a:ea typeface="Arial"/>
                <a:cs typeface="Arial"/>
              </a:defRPr>
            </a:lvl7pPr>
            <a:lvl8pPr>
              <a:defRPr sz="1875" b="0" i="0">
                <a:solidFill>
                  <a:srgbClr val="5E5C5B"/>
                </a:solidFill>
                <a:latin typeface="Arial"/>
                <a:ea typeface="Arial"/>
                <a:cs typeface="Arial"/>
              </a:defRPr>
            </a:lvl8pPr>
            <a:lvl9pPr>
              <a:defRPr sz="1875" b="0" i="0">
                <a:solidFill>
                  <a:srgbClr val="5E5C5B"/>
                </a:solidFill>
                <a:latin typeface="Arial"/>
                <a:ea typeface="Arial"/>
                <a:cs typeface="Arial"/>
              </a:defRPr>
            </a:lvl9pPr>
          </a:lstStyle>
          <a:p xmlns:a="http://schemas.openxmlformats.org/drawingml/2006/main">
            <a:pPr>
              <a:defRPr sz="1875" b="0" i="0">
                <a:solidFill>
                  <a:srgbClr val="5E5C5B"/>
                </a:solidFill>
                <a:latin typeface="Arial"/>
                <a:ea typeface="Arial"/>
                <a:cs typeface="Arial"/>
              </a:defRPr>
            </a:pPr>
            <a:r>
              <a:rPr sz="1875" b="0" i="0">
                <a:solidFill>
                  <a:srgbClr val="5E5C5B"/>
                </a:solidFill>
                <a:latin typeface="Arial"/>
                <a:ea typeface="Arial"/>
                <a:cs typeface="Arial"/>
              </a:rPr>
              <a:t>Local stargazing plans and</a:t>
            </a:r>
          </a:p>
          <a:p xmlns:a="http://schemas.openxmlformats.org/drawingml/2006/main">
            <a:pPr>
              <a:defRPr sz="1875" b="0" i="0">
                <a:solidFill>
                  <a:srgbClr val="5E5C5B"/>
                </a:solidFill>
                <a:latin typeface="Arial"/>
                <a:ea typeface="Arial"/>
                <a:cs typeface="Arial"/>
              </a:defRPr>
            </a:pPr>
            <a:r>
              <a:rPr sz="1875" b="0" i="0">
                <a:solidFill>
                  <a:srgbClr val="5E5C5B"/>
                </a:solidFill>
                <a:latin typeface="Arial"/>
                <a:ea typeface="Arial"/>
                <a:cs typeface="Arial"/>
              </a:rPr>
              <a:t>image restoration you can check</a:t>
            </a:r>
          </a:p>
        </p:txBody>
      </p:sp>
      <p:sp>
        <p:nvSpPr>
          <p:cNvPr id="8" name="text-7">
            <a:extLst xmlns:a="http://schemas.openxmlformats.org/drawingml/2006/main">
              <a:ext uri="{FF2B5EF4-FFF2-40B4-BE49-F238E27FC236}">
                <a16:creationId xmlns:a16="http://schemas.microsoft.com/office/drawing/2014/main" id="{E702F724-5CCE-49C7-88CC-47425499E629}"/>
              </a:ext>
            </a:extLst>
          </p:cNvPr>
          <p:cNvSpPr>
            <a:spLocks xmlns:a="http://schemas.openxmlformats.org/drawingml/2006/main" noGrp="1"/>
          </p:cNvSpPr>
          <p:nvPr/>
        </p:nvSpPr>
        <p:spPr>
          <a:xfrm xmlns:a="http://schemas.openxmlformats.org/drawingml/2006/main">
            <a:off x="781050" y="5772150"/>
            <a:ext cx="3238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i="0">
                <a:solidFill>
                  <a:srgbClr val="292B30"/>
                </a:solidFill>
                <a:latin typeface="Arial"/>
                <a:ea typeface="Arial"/>
                <a:cs typeface="Arial"/>
              </a:defRPr>
            </a:defPPr>
            <a:lvl1pPr>
              <a:defRPr sz="1800" b="1" i="0">
                <a:solidFill>
                  <a:srgbClr val="292B30"/>
                </a:solidFill>
                <a:latin typeface="Arial"/>
                <a:ea typeface="Arial"/>
                <a:cs typeface="Arial"/>
              </a:defRPr>
            </a:lvl1pPr>
            <a:lvl2pPr>
              <a:defRPr sz="1800" b="1" i="0">
                <a:solidFill>
                  <a:srgbClr val="292B30"/>
                </a:solidFill>
                <a:latin typeface="Arial"/>
                <a:ea typeface="Arial"/>
                <a:cs typeface="Arial"/>
              </a:defRPr>
            </a:lvl2pPr>
            <a:lvl3pPr>
              <a:defRPr sz="1800" b="1" i="0">
                <a:solidFill>
                  <a:srgbClr val="292B30"/>
                </a:solidFill>
                <a:latin typeface="Arial"/>
                <a:ea typeface="Arial"/>
                <a:cs typeface="Arial"/>
              </a:defRPr>
            </a:lvl3pPr>
            <a:lvl4pPr>
              <a:defRPr sz="1800" b="1" i="0">
                <a:solidFill>
                  <a:srgbClr val="292B30"/>
                </a:solidFill>
                <a:latin typeface="Arial"/>
                <a:ea typeface="Arial"/>
                <a:cs typeface="Arial"/>
              </a:defRPr>
            </a:lvl4pPr>
            <a:lvl5pPr>
              <a:defRPr sz="1800" b="1" i="0">
                <a:solidFill>
                  <a:srgbClr val="292B30"/>
                </a:solidFill>
                <a:latin typeface="Arial"/>
                <a:ea typeface="Arial"/>
                <a:cs typeface="Arial"/>
              </a:defRPr>
            </a:lvl5pPr>
            <a:lvl6pPr>
              <a:defRPr sz="1800" b="1" i="0">
                <a:solidFill>
                  <a:srgbClr val="292B30"/>
                </a:solidFill>
                <a:latin typeface="Arial"/>
                <a:ea typeface="Arial"/>
                <a:cs typeface="Arial"/>
              </a:defRPr>
            </a:lvl6pPr>
            <a:lvl7pPr>
              <a:defRPr sz="1800" b="1" i="0">
                <a:solidFill>
                  <a:srgbClr val="292B30"/>
                </a:solidFill>
                <a:latin typeface="Arial"/>
                <a:ea typeface="Arial"/>
                <a:cs typeface="Arial"/>
              </a:defRPr>
            </a:lvl7pPr>
            <a:lvl8pPr>
              <a:defRPr sz="1800" b="1" i="0">
                <a:solidFill>
                  <a:srgbClr val="292B30"/>
                </a:solidFill>
                <a:latin typeface="Arial"/>
                <a:ea typeface="Arial"/>
                <a:cs typeface="Arial"/>
              </a:defRPr>
            </a:lvl8pPr>
            <a:lvl9pPr>
              <a:defRPr sz="1800" b="1" i="0">
                <a:solidFill>
                  <a:srgbClr val="292B30"/>
                </a:solidFill>
                <a:latin typeface="Arial"/>
                <a:ea typeface="Arial"/>
                <a:cs typeface="Arial"/>
              </a:defRPr>
            </a:lvl9pPr>
          </a:lstStyle>
          <a:p xmlns:a="http://schemas.openxmlformats.org/drawingml/2006/main">
            <a:pPr>
              <a:defRPr sz="1800" b="1" i="0">
                <a:solidFill>
                  <a:srgbClr val="292B30"/>
                </a:solidFill>
                <a:latin typeface="Arial"/>
                <a:ea typeface="Arial"/>
                <a:cs typeface="Arial"/>
              </a:defRPr>
            </a:pPr>
            <a:r>
              <a:rPr sz="1800" b="1" i="0">
                <a:solidFill>
                  <a:srgbClr val="292B30"/>
                </a:solidFill>
                <a:latin typeface="Arial"/>
                <a:ea typeface="Arial"/>
                <a:cs typeface="Arial"/>
              </a:rPr>
              <a:t>The big 2</a:t>
            </a:r>
          </a:p>
        </p:txBody>
      </p:sp>
      <p:sp>
        <p:nvSpPr>
          <p:cNvPr id="9" name="text-8">
            <a:extLst xmlns:a="http://schemas.openxmlformats.org/drawingml/2006/main">
              <a:ext uri="{FF2B5EF4-FFF2-40B4-BE49-F238E27FC236}">
                <a16:creationId xmlns:a16="http://schemas.microsoft.com/office/drawing/2014/main" id="{BA08970E-5E05-4C4C-B8E1-0572F8C420E6}"/>
              </a:ext>
            </a:extLst>
          </p:cNvPr>
          <p:cNvSpPr>
            <a:spLocks xmlns:a="http://schemas.openxmlformats.org/drawingml/2006/main" noGrp="1"/>
          </p:cNvSpPr>
          <p:nvPr/>
        </p:nvSpPr>
        <p:spPr>
          <a:xfrm xmlns:a="http://schemas.openxmlformats.org/drawingml/2006/main">
            <a:off x="781050" y="6134100"/>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i="0">
                <a:solidFill>
                  <a:srgbClr val="5E5C5B"/>
                </a:solidFill>
                <a:latin typeface="Arial"/>
                <a:ea typeface="Arial"/>
                <a:cs typeface="Arial"/>
              </a:defRPr>
            </a:defPPr>
            <a:lvl1pPr>
              <a:defRPr sz="1350" b="0" i="0">
                <a:solidFill>
                  <a:srgbClr val="5E5C5B"/>
                </a:solidFill>
                <a:latin typeface="Arial"/>
                <a:ea typeface="Arial"/>
                <a:cs typeface="Arial"/>
              </a:defRPr>
            </a:lvl1pPr>
            <a:lvl2pPr>
              <a:defRPr sz="1350" b="0" i="0">
                <a:solidFill>
                  <a:srgbClr val="5E5C5B"/>
                </a:solidFill>
                <a:latin typeface="Arial"/>
                <a:ea typeface="Arial"/>
                <a:cs typeface="Arial"/>
              </a:defRPr>
            </a:lvl2pPr>
            <a:lvl3pPr>
              <a:defRPr sz="1350" b="0" i="0">
                <a:solidFill>
                  <a:srgbClr val="5E5C5B"/>
                </a:solidFill>
                <a:latin typeface="Arial"/>
                <a:ea typeface="Arial"/>
                <a:cs typeface="Arial"/>
              </a:defRPr>
            </a:lvl3pPr>
            <a:lvl4pPr>
              <a:defRPr sz="1350" b="0" i="0">
                <a:solidFill>
                  <a:srgbClr val="5E5C5B"/>
                </a:solidFill>
                <a:latin typeface="Arial"/>
                <a:ea typeface="Arial"/>
                <a:cs typeface="Arial"/>
              </a:defRPr>
            </a:lvl4pPr>
            <a:lvl5pPr>
              <a:defRPr sz="1350" b="0" i="0">
                <a:solidFill>
                  <a:srgbClr val="5E5C5B"/>
                </a:solidFill>
                <a:latin typeface="Arial"/>
                <a:ea typeface="Arial"/>
                <a:cs typeface="Arial"/>
              </a:defRPr>
            </a:lvl5pPr>
            <a:lvl6pPr>
              <a:defRPr sz="1350" b="0" i="0">
                <a:solidFill>
                  <a:srgbClr val="5E5C5B"/>
                </a:solidFill>
                <a:latin typeface="Arial"/>
                <a:ea typeface="Arial"/>
                <a:cs typeface="Arial"/>
              </a:defRPr>
            </a:lvl6pPr>
            <a:lvl7pPr>
              <a:defRPr sz="1350" b="0" i="0">
                <a:solidFill>
                  <a:srgbClr val="5E5C5B"/>
                </a:solidFill>
                <a:latin typeface="Arial"/>
                <a:ea typeface="Arial"/>
                <a:cs typeface="Arial"/>
              </a:defRPr>
            </a:lvl7pPr>
            <a:lvl8pPr>
              <a:defRPr sz="1350" b="0" i="0">
                <a:solidFill>
                  <a:srgbClr val="5E5C5B"/>
                </a:solidFill>
                <a:latin typeface="Arial"/>
                <a:ea typeface="Arial"/>
                <a:cs typeface="Arial"/>
              </a:defRPr>
            </a:lvl8pPr>
            <a:lvl9pPr>
              <a:defRPr sz="1350" b="0" i="0">
                <a:solidFill>
                  <a:srgbClr val="5E5C5B"/>
                </a:solidFill>
                <a:latin typeface="Arial"/>
                <a:ea typeface="Arial"/>
                <a:cs typeface="Arial"/>
              </a:defRPr>
            </a:lvl9pPr>
          </a:lstStyle>
          <a:p xmlns:a="http://schemas.openxmlformats.org/drawingml/2006/main">
            <a:pPr>
              <a:defRPr sz="1350" b="0" i="0">
                <a:solidFill>
                  <a:srgbClr val="5E5C5B"/>
                </a:solidFill>
                <a:latin typeface="Arial"/>
                <a:ea typeface="Arial"/>
                <a:cs typeface="Arial"/>
              </a:defRPr>
            </a:pPr>
            <a:r>
              <a:rPr sz="1350" b="0" i="0">
                <a:solidFill>
                  <a:srgbClr val="5E5C5B"/>
                </a:solidFill>
                <a:latin typeface="Arial"/>
                <a:ea typeface="Arial"/>
                <a:cs typeface="Arial"/>
              </a:rPr>
              <a:t>Team ID  PF-EPB8S3</a:t>
            </a:r>
          </a:p>
        </p:txBody>
      </p:sp>
    </p:spTree>
    <p:extLst>
      <p:ext uri="{BB962C8B-B14F-4D97-AF65-F5344CB8AC3E}">
        <p14:creationId xmlns:p14="http://schemas.microsoft.com/office/powerpoint/2010/main" val="441734802"/>
      </p:ext>
    </p:extLst>
  </p:cSld>
</p:sld>
</file>

<file path=ppt/slides/slide2.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328629AE-877D-41C1-B5E6-720161349B95}"/>
              </a:ext>
            </a:extLst>
          </p:cNvPr>
          <p:cNvPicPr>
            <a:picLocks xmlns:a="http://schemas.openxmlformats.org/drawingml/2006/main" noChangeAspect="1"/>
          </p:cNvPicPr>
          <p:nvPr/>
        </p:nvPicPr>
        <p:blipFill>
          <a:blip xmlns:r="http://schemas.openxmlformats.org/officeDocument/2006/relationships" xmlns:a="http://schemas.openxmlformats.org/drawingml/2006/main" r:embed="Re3832388a28d4ab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xt-9">
            <a:extLst xmlns:a="http://schemas.openxmlformats.org/drawingml/2006/main">
              <a:ext uri="{FF2B5EF4-FFF2-40B4-BE49-F238E27FC236}">
                <a16:creationId xmlns:a16="http://schemas.microsoft.com/office/drawing/2014/main" id="{EE7A56AC-5CE6-4C33-B57B-CE02010188D8}"/>
              </a:ext>
            </a:extLst>
          </p:cNvPr>
          <p:cNvSpPr>
            <a:spLocks xmlns:a="http://schemas.openxmlformats.org/drawingml/2006/main" noGrp="1"/>
          </p:cNvSpPr>
          <p:nvPr/>
        </p:nvSpPr>
        <p:spPr>
          <a:xfrm xmlns:a="http://schemas.openxmlformats.org/drawingml/2006/main">
            <a:off x="762000" y="628650"/>
            <a:ext cx="9239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0" i="0">
                <a:solidFill>
                  <a:srgbClr val="A52836"/>
                </a:solidFill>
                <a:latin typeface="Georgia"/>
                <a:ea typeface="Georgia"/>
                <a:cs typeface="Georgia"/>
              </a:defRPr>
            </a:defPPr>
            <a:lvl1pPr>
              <a:defRPr sz="3300" b="0" i="0">
                <a:solidFill>
                  <a:srgbClr val="A52836"/>
                </a:solidFill>
                <a:latin typeface="Georgia"/>
                <a:ea typeface="Georgia"/>
                <a:cs typeface="Georgia"/>
              </a:defRPr>
            </a:lvl1pPr>
            <a:lvl2pPr>
              <a:defRPr sz="3300" b="0" i="0">
                <a:solidFill>
                  <a:srgbClr val="A52836"/>
                </a:solidFill>
                <a:latin typeface="Georgia"/>
                <a:ea typeface="Georgia"/>
                <a:cs typeface="Georgia"/>
              </a:defRPr>
            </a:lvl2pPr>
            <a:lvl3pPr>
              <a:defRPr sz="3300" b="0" i="0">
                <a:solidFill>
                  <a:srgbClr val="A52836"/>
                </a:solidFill>
                <a:latin typeface="Georgia"/>
                <a:ea typeface="Georgia"/>
                <a:cs typeface="Georgia"/>
              </a:defRPr>
            </a:lvl3pPr>
            <a:lvl4pPr>
              <a:defRPr sz="3300" b="0" i="0">
                <a:solidFill>
                  <a:srgbClr val="A52836"/>
                </a:solidFill>
                <a:latin typeface="Georgia"/>
                <a:ea typeface="Georgia"/>
                <a:cs typeface="Georgia"/>
              </a:defRPr>
            </a:lvl4pPr>
            <a:lvl5pPr>
              <a:defRPr sz="3300" b="0" i="0">
                <a:solidFill>
                  <a:srgbClr val="A52836"/>
                </a:solidFill>
                <a:latin typeface="Georgia"/>
                <a:ea typeface="Georgia"/>
                <a:cs typeface="Georgia"/>
              </a:defRPr>
            </a:lvl5pPr>
            <a:lvl6pPr>
              <a:defRPr sz="3300" b="0" i="0">
                <a:solidFill>
                  <a:srgbClr val="A52836"/>
                </a:solidFill>
                <a:latin typeface="Georgia"/>
                <a:ea typeface="Georgia"/>
                <a:cs typeface="Georgia"/>
              </a:defRPr>
            </a:lvl6pPr>
            <a:lvl7pPr>
              <a:defRPr sz="3300" b="0" i="0">
                <a:solidFill>
                  <a:srgbClr val="A52836"/>
                </a:solidFill>
                <a:latin typeface="Georgia"/>
                <a:ea typeface="Georgia"/>
                <a:cs typeface="Georgia"/>
              </a:defRPr>
            </a:lvl7pPr>
            <a:lvl8pPr>
              <a:defRPr sz="3300" b="0" i="0">
                <a:solidFill>
                  <a:srgbClr val="A52836"/>
                </a:solidFill>
                <a:latin typeface="Georgia"/>
                <a:ea typeface="Georgia"/>
                <a:cs typeface="Georgia"/>
              </a:defRPr>
            </a:lvl8pPr>
            <a:lvl9pPr>
              <a:defRPr sz="3300" b="0" i="0">
                <a:solidFill>
                  <a:srgbClr val="A52836"/>
                </a:solidFill>
                <a:latin typeface="Georgia"/>
                <a:ea typeface="Georgia"/>
                <a:cs typeface="Georgia"/>
              </a:defRPr>
            </a:lvl9pPr>
          </a:lstStyle>
          <a:p xmlns:a="http://schemas.openxmlformats.org/drawingml/2006/main">
            <a:pPr>
              <a:defRPr sz="3300" b="0" i="0">
                <a:solidFill>
                  <a:srgbClr val="A52836"/>
                </a:solidFill>
                <a:latin typeface="Georgia"/>
                <a:ea typeface="Georgia"/>
                <a:cs typeface="Georgia"/>
              </a:defRPr>
            </a:pPr>
            <a:r>
              <a:rPr sz="3300" b="0" i="0">
                <a:solidFill>
                  <a:srgbClr val="A52836"/>
                </a:solidFill>
                <a:latin typeface="Georgia"/>
                <a:ea typeface="Georgia"/>
                <a:cs typeface="Georgia"/>
              </a:rPr>
              <a:t>Problem statement</a:t>
            </a:r>
          </a:p>
        </p:txBody>
      </p:sp>
      <p:sp>
        <p:nvSpPr>
          <p:cNvPr id="3" name="text-10">
            <a:extLst xmlns:a="http://schemas.openxmlformats.org/drawingml/2006/main">
              <a:ext uri="{FF2B5EF4-FFF2-40B4-BE49-F238E27FC236}">
                <a16:creationId xmlns:a16="http://schemas.microsoft.com/office/drawing/2014/main" id="{12D87C8F-011F-4E53-98CE-2D48DCCE6730}"/>
              </a:ext>
            </a:extLst>
          </p:cNvPr>
          <p:cNvSpPr>
            <a:spLocks xmlns:a="http://schemas.openxmlformats.org/drawingml/2006/main" noGrp="1"/>
          </p:cNvSpPr>
          <p:nvPr/>
        </p:nvSpPr>
        <p:spPr>
          <a:xfrm xmlns:a="http://schemas.openxmlformats.org/drawingml/2006/main">
            <a:off x="762000" y="6419850"/>
            <a:ext cx="523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i="0">
                <a:solidFill>
                  <a:srgbClr val="77716A"/>
                </a:solidFill>
                <a:latin typeface="Arial"/>
                <a:ea typeface="Arial"/>
                <a:cs typeface="Arial"/>
              </a:defRPr>
            </a:defPPr>
            <a:lvl1pPr>
              <a:defRPr sz="1125" b="0" i="0">
                <a:solidFill>
                  <a:srgbClr val="77716A"/>
                </a:solidFill>
                <a:latin typeface="Arial"/>
                <a:ea typeface="Arial"/>
                <a:cs typeface="Arial"/>
              </a:defRPr>
            </a:lvl1pPr>
            <a:lvl2pPr>
              <a:defRPr sz="1125" b="0" i="0">
                <a:solidFill>
                  <a:srgbClr val="77716A"/>
                </a:solidFill>
                <a:latin typeface="Arial"/>
                <a:ea typeface="Arial"/>
                <a:cs typeface="Arial"/>
              </a:defRPr>
            </a:lvl2pPr>
            <a:lvl3pPr>
              <a:defRPr sz="1125" b="0" i="0">
                <a:solidFill>
                  <a:srgbClr val="77716A"/>
                </a:solidFill>
                <a:latin typeface="Arial"/>
                <a:ea typeface="Arial"/>
                <a:cs typeface="Arial"/>
              </a:defRPr>
            </a:lvl3pPr>
            <a:lvl4pPr>
              <a:defRPr sz="1125" b="0" i="0">
                <a:solidFill>
                  <a:srgbClr val="77716A"/>
                </a:solidFill>
                <a:latin typeface="Arial"/>
                <a:ea typeface="Arial"/>
                <a:cs typeface="Arial"/>
              </a:defRPr>
            </a:lvl4pPr>
            <a:lvl5pPr>
              <a:defRPr sz="1125" b="0" i="0">
                <a:solidFill>
                  <a:srgbClr val="77716A"/>
                </a:solidFill>
                <a:latin typeface="Arial"/>
                <a:ea typeface="Arial"/>
                <a:cs typeface="Arial"/>
              </a:defRPr>
            </a:lvl5pPr>
            <a:lvl6pPr>
              <a:defRPr sz="1125" b="0" i="0">
                <a:solidFill>
                  <a:srgbClr val="77716A"/>
                </a:solidFill>
                <a:latin typeface="Arial"/>
                <a:ea typeface="Arial"/>
                <a:cs typeface="Arial"/>
              </a:defRPr>
            </a:lvl6pPr>
            <a:lvl7pPr>
              <a:defRPr sz="1125" b="0" i="0">
                <a:solidFill>
                  <a:srgbClr val="77716A"/>
                </a:solidFill>
                <a:latin typeface="Arial"/>
                <a:ea typeface="Arial"/>
                <a:cs typeface="Arial"/>
              </a:defRPr>
            </a:lvl7pPr>
            <a:lvl8pPr>
              <a:defRPr sz="1125" b="0" i="0">
                <a:solidFill>
                  <a:srgbClr val="77716A"/>
                </a:solidFill>
                <a:latin typeface="Arial"/>
                <a:ea typeface="Arial"/>
                <a:cs typeface="Arial"/>
              </a:defRPr>
            </a:lvl8pPr>
            <a:lvl9pPr>
              <a:defRPr sz="1125" b="0" i="0">
                <a:solidFill>
                  <a:srgbClr val="77716A"/>
                </a:solidFill>
                <a:latin typeface="Arial"/>
                <a:ea typeface="Arial"/>
                <a:cs typeface="Arial"/>
              </a:defRPr>
            </a:lvl9pPr>
          </a:lstStyle>
          <a:p xmlns:a="http://schemas.openxmlformats.org/drawingml/2006/main">
            <a:pPr>
              <a:defRPr sz="1125" b="0" i="0">
                <a:solidFill>
                  <a:srgbClr val="77716A"/>
                </a:solidFill>
                <a:latin typeface="Arial"/>
                <a:ea typeface="Arial"/>
                <a:cs typeface="Arial"/>
              </a:defRPr>
            </a:pPr>
            <a:r>
              <a:rPr sz="1125" b="0" i="0">
                <a:solidFill>
                  <a:srgbClr val="77716A"/>
                </a:solidFill>
                <a:latin typeface="Arial"/>
                <a:ea typeface="Arial"/>
                <a:cs typeface="Arial"/>
              </a:rPr>
              <a:t>TSUKUYOMI WATCH     /     02 OF 08</a:t>
            </a:r>
          </a:p>
        </p:txBody>
      </p:sp>
      <p:sp>
        <p:nvSpPr>
          <p:cNvPr id="4" name="text-11">
            <a:extLst xmlns:a="http://schemas.openxmlformats.org/drawingml/2006/main">
              <a:ext uri="{FF2B5EF4-FFF2-40B4-BE49-F238E27FC236}">
                <a16:creationId xmlns:a16="http://schemas.microsoft.com/office/drawing/2014/main" id="{B54A190F-D53A-4D67-A3E2-8088D1E3B715}"/>
              </a:ext>
            </a:extLst>
          </p:cNvPr>
          <p:cNvSpPr>
            <a:spLocks xmlns:a="http://schemas.openxmlformats.org/drawingml/2006/main" noGrp="1"/>
          </p:cNvSpPr>
          <p:nvPr/>
        </p:nvSpPr>
        <p:spPr>
          <a:xfrm xmlns:a="http://schemas.openxmlformats.org/drawingml/2006/main">
            <a:off x="762000" y="1628775"/>
            <a:ext cx="9715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0" i="0">
                <a:solidFill>
                  <a:srgbClr val="292B30"/>
                </a:solidFill>
                <a:latin typeface="Georgia"/>
                <a:ea typeface="Georgia"/>
                <a:cs typeface="Georgia"/>
              </a:defRPr>
            </a:defPPr>
            <a:lvl1pPr>
              <a:defRPr sz="2925" b="0" i="0">
                <a:solidFill>
                  <a:srgbClr val="292B30"/>
                </a:solidFill>
                <a:latin typeface="Georgia"/>
                <a:ea typeface="Georgia"/>
                <a:cs typeface="Georgia"/>
              </a:defRPr>
            </a:lvl1pPr>
            <a:lvl2pPr>
              <a:defRPr sz="2925" b="0" i="0">
                <a:solidFill>
                  <a:srgbClr val="292B30"/>
                </a:solidFill>
                <a:latin typeface="Georgia"/>
                <a:ea typeface="Georgia"/>
                <a:cs typeface="Georgia"/>
              </a:defRPr>
            </a:lvl2pPr>
            <a:lvl3pPr>
              <a:defRPr sz="2925" b="0" i="0">
                <a:solidFill>
                  <a:srgbClr val="292B30"/>
                </a:solidFill>
                <a:latin typeface="Georgia"/>
                <a:ea typeface="Georgia"/>
                <a:cs typeface="Georgia"/>
              </a:defRPr>
            </a:lvl3pPr>
            <a:lvl4pPr>
              <a:defRPr sz="2925" b="0" i="0">
                <a:solidFill>
                  <a:srgbClr val="292B30"/>
                </a:solidFill>
                <a:latin typeface="Georgia"/>
                <a:ea typeface="Georgia"/>
                <a:cs typeface="Georgia"/>
              </a:defRPr>
            </a:lvl4pPr>
            <a:lvl5pPr>
              <a:defRPr sz="2925" b="0" i="0">
                <a:solidFill>
                  <a:srgbClr val="292B30"/>
                </a:solidFill>
                <a:latin typeface="Georgia"/>
                <a:ea typeface="Georgia"/>
                <a:cs typeface="Georgia"/>
              </a:defRPr>
            </a:lvl5pPr>
            <a:lvl6pPr>
              <a:defRPr sz="2925" b="0" i="0">
                <a:solidFill>
                  <a:srgbClr val="292B30"/>
                </a:solidFill>
                <a:latin typeface="Georgia"/>
                <a:ea typeface="Georgia"/>
                <a:cs typeface="Georgia"/>
              </a:defRPr>
            </a:lvl6pPr>
            <a:lvl7pPr>
              <a:defRPr sz="2925" b="0" i="0">
                <a:solidFill>
                  <a:srgbClr val="292B30"/>
                </a:solidFill>
                <a:latin typeface="Georgia"/>
                <a:ea typeface="Georgia"/>
                <a:cs typeface="Georgia"/>
              </a:defRPr>
            </a:lvl7pPr>
            <a:lvl8pPr>
              <a:defRPr sz="2925" b="0" i="0">
                <a:solidFill>
                  <a:srgbClr val="292B30"/>
                </a:solidFill>
                <a:latin typeface="Georgia"/>
                <a:ea typeface="Georgia"/>
                <a:cs typeface="Georgia"/>
              </a:defRPr>
            </a:lvl8pPr>
            <a:lvl9pPr>
              <a:defRPr sz="2925" b="0" i="0">
                <a:solidFill>
                  <a:srgbClr val="292B30"/>
                </a:solidFill>
                <a:latin typeface="Georgia"/>
                <a:ea typeface="Georgia"/>
                <a:cs typeface="Georgia"/>
              </a:defRPr>
            </a:lvl9pPr>
          </a:lstStyle>
          <a:p xmlns:a="http://schemas.openxmlformats.org/drawingml/2006/main">
            <a:pPr>
              <a:defRPr sz="2925" b="0" i="0">
                <a:solidFill>
                  <a:srgbClr val="292B30"/>
                </a:solidFill>
                <a:latin typeface="Georgia"/>
                <a:ea typeface="Georgia"/>
                <a:cs typeface="Georgia"/>
              </a:defRPr>
            </a:pPr>
            <a:r>
              <a:rPr sz="2925" b="0" i="0">
                <a:solidFill>
                  <a:srgbClr val="292B30"/>
                </a:solidFill>
                <a:latin typeface="Georgia"/>
                <a:ea typeface="Georgia"/>
                <a:cs typeface="Georgia"/>
              </a:rPr>
              <a:t>Planning a useful observing night</a:t>
            </a:r>
          </a:p>
          <a:p xmlns:a="http://schemas.openxmlformats.org/drawingml/2006/main">
            <a:pPr>
              <a:defRPr sz="2925" b="0" i="0">
                <a:solidFill>
                  <a:srgbClr val="292B30"/>
                </a:solidFill>
                <a:latin typeface="Georgia"/>
                <a:ea typeface="Georgia"/>
                <a:cs typeface="Georgia"/>
              </a:defRPr>
            </a:pPr>
            <a:r>
              <a:rPr sz="2925" b="0" i="0">
                <a:solidFill>
                  <a:srgbClr val="292B30"/>
                </a:solidFill>
                <a:latin typeface="Georgia"/>
                <a:ea typeface="Georgia"/>
                <a:cs typeface="Georgia"/>
              </a:rPr>
              <a:t>takes too many separate tools</a:t>
            </a:r>
          </a:p>
        </p:txBody>
      </p:sp>
      <p:sp>
        <p:nvSpPr>
          <p:cNvPr id="5" name="text-12">
            <a:extLst xmlns:a="http://schemas.openxmlformats.org/drawingml/2006/main">
              <a:ext uri="{FF2B5EF4-FFF2-40B4-BE49-F238E27FC236}">
                <a16:creationId xmlns:a16="http://schemas.microsoft.com/office/drawing/2014/main" id="{68F02828-11D9-4054-97DB-824FDF8BCF55}"/>
              </a:ext>
            </a:extLst>
          </p:cNvPr>
          <p:cNvSpPr>
            <a:spLocks xmlns:a="http://schemas.openxmlformats.org/drawingml/2006/main" noGrp="1"/>
          </p:cNvSpPr>
          <p:nvPr/>
        </p:nvSpPr>
        <p:spPr>
          <a:xfrm xmlns:a="http://schemas.openxmlformats.org/drawingml/2006/main">
            <a:off x="781050" y="3067050"/>
            <a:ext cx="59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i="0">
                <a:solidFill>
                  <a:srgbClr val="A52836"/>
                </a:solidFill>
                <a:latin typeface="Georgia"/>
                <a:ea typeface="Georgia"/>
                <a:cs typeface="Georgia"/>
              </a:defRPr>
            </a:defPPr>
            <a:lvl1pPr>
              <a:defRPr sz="2175" b="0" i="0">
                <a:solidFill>
                  <a:srgbClr val="A52836"/>
                </a:solidFill>
                <a:latin typeface="Georgia"/>
                <a:ea typeface="Georgia"/>
                <a:cs typeface="Georgia"/>
              </a:defRPr>
            </a:lvl1pPr>
            <a:lvl2pPr>
              <a:defRPr sz="2175" b="0" i="0">
                <a:solidFill>
                  <a:srgbClr val="A52836"/>
                </a:solidFill>
                <a:latin typeface="Georgia"/>
                <a:ea typeface="Georgia"/>
                <a:cs typeface="Georgia"/>
              </a:defRPr>
            </a:lvl2pPr>
            <a:lvl3pPr>
              <a:defRPr sz="2175" b="0" i="0">
                <a:solidFill>
                  <a:srgbClr val="A52836"/>
                </a:solidFill>
                <a:latin typeface="Georgia"/>
                <a:ea typeface="Georgia"/>
                <a:cs typeface="Georgia"/>
              </a:defRPr>
            </a:lvl3pPr>
            <a:lvl4pPr>
              <a:defRPr sz="2175" b="0" i="0">
                <a:solidFill>
                  <a:srgbClr val="A52836"/>
                </a:solidFill>
                <a:latin typeface="Georgia"/>
                <a:ea typeface="Georgia"/>
                <a:cs typeface="Georgia"/>
              </a:defRPr>
            </a:lvl4pPr>
            <a:lvl5pPr>
              <a:defRPr sz="2175" b="0" i="0">
                <a:solidFill>
                  <a:srgbClr val="A52836"/>
                </a:solidFill>
                <a:latin typeface="Georgia"/>
                <a:ea typeface="Georgia"/>
                <a:cs typeface="Georgia"/>
              </a:defRPr>
            </a:lvl5pPr>
            <a:lvl6pPr>
              <a:defRPr sz="2175" b="0" i="0">
                <a:solidFill>
                  <a:srgbClr val="A52836"/>
                </a:solidFill>
                <a:latin typeface="Georgia"/>
                <a:ea typeface="Georgia"/>
                <a:cs typeface="Georgia"/>
              </a:defRPr>
            </a:lvl6pPr>
            <a:lvl7pPr>
              <a:defRPr sz="2175" b="0" i="0">
                <a:solidFill>
                  <a:srgbClr val="A52836"/>
                </a:solidFill>
                <a:latin typeface="Georgia"/>
                <a:ea typeface="Georgia"/>
                <a:cs typeface="Georgia"/>
              </a:defRPr>
            </a:lvl7pPr>
            <a:lvl8pPr>
              <a:defRPr sz="2175" b="0" i="0">
                <a:solidFill>
                  <a:srgbClr val="A52836"/>
                </a:solidFill>
                <a:latin typeface="Georgia"/>
                <a:ea typeface="Georgia"/>
                <a:cs typeface="Georgia"/>
              </a:defRPr>
            </a:lvl8pPr>
            <a:lvl9pPr>
              <a:defRPr sz="2175" b="0" i="0">
                <a:solidFill>
                  <a:srgbClr val="A52836"/>
                </a:solidFill>
                <a:latin typeface="Georgia"/>
                <a:ea typeface="Georgia"/>
                <a:cs typeface="Georgia"/>
              </a:defRPr>
            </a:lvl9pPr>
          </a:lstStyle>
          <a:p xmlns:a="http://schemas.openxmlformats.org/drawingml/2006/main">
            <a:pPr>
              <a:defRPr sz="2175" b="0" i="0">
                <a:solidFill>
                  <a:srgbClr val="A52836"/>
                </a:solidFill>
                <a:latin typeface="Georgia"/>
                <a:ea typeface="Georgia"/>
                <a:cs typeface="Georgia"/>
              </a:defRPr>
            </a:pPr>
            <a:r>
              <a:rPr sz="2175" b="0" i="0">
                <a:solidFill>
                  <a:srgbClr val="A52836"/>
                </a:solidFill>
                <a:latin typeface="Georgia"/>
                <a:ea typeface="Georgia"/>
                <a:cs typeface="Georgia"/>
              </a:rPr>
              <a:t>01</a:t>
            </a:r>
          </a:p>
        </p:txBody>
      </p:sp>
      <p:sp>
        <p:nvSpPr>
          <p:cNvPr id="6" name="text-13">
            <a:extLst xmlns:a="http://schemas.openxmlformats.org/drawingml/2006/main">
              <a:ext uri="{FF2B5EF4-FFF2-40B4-BE49-F238E27FC236}">
                <a16:creationId xmlns:a16="http://schemas.microsoft.com/office/drawing/2014/main" id="{B55EE0BD-4B2D-45A3-B7D0-F06313351744}"/>
              </a:ext>
            </a:extLst>
          </p:cNvPr>
          <p:cNvSpPr>
            <a:spLocks xmlns:a="http://schemas.openxmlformats.org/drawingml/2006/main" noGrp="1"/>
          </p:cNvSpPr>
          <p:nvPr/>
        </p:nvSpPr>
        <p:spPr>
          <a:xfrm xmlns:a="http://schemas.openxmlformats.org/drawingml/2006/main">
            <a:off x="1562100" y="3067050"/>
            <a:ext cx="361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i="0">
                <a:solidFill>
                  <a:srgbClr val="292B30"/>
                </a:solidFill>
                <a:latin typeface="Arial"/>
                <a:ea typeface="Arial"/>
                <a:cs typeface="Arial"/>
              </a:defRPr>
            </a:defPPr>
            <a:lvl1pPr>
              <a:defRPr sz="2025" b="1" i="0">
                <a:solidFill>
                  <a:srgbClr val="292B30"/>
                </a:solidFill>
                <a:latin typeface="Arial"/>
                <a:ea typeface="Arial"/>
                <a:cs typeface="Arial"/>
              </a:defRPr>
            </a:lvl1pPr>
            <a:lvl2pPr>
              <a:defRPr sz="2025" b="1" i="0">
                <a:solidFill>
                  <a:srgbClr val="292B30"/>
                </a:solidFill>
                <a:latin typeface="Arial"/>
                <a:ea typeface="Arial"/>
                <a:cs typeface="Arial"/>
              </a:defRPr>
            </a:lvl2pPr>
            <a:lvl3pPr>
              <a:defRPr sz="2025" b="1" i="0">
                <a:solidFill>
                  <a:srgbClr val="292B30"/>
                </a:solidFill>
                <a:latin typeface="Arial"/>
                <a:ea typeface="Arial"/>
                <a:cs typeface="Arial"/>
              </a:defRPr>
            </a:lvl3pPr>
            <a:lvl4pPr>
              <a:defRPr sz="2025" b="1" i="0">
                <a:solidFill>
                  <a:srgbClr val="292B30"/>
                </a:solidFill>
                <a:latin typeface="Arial"/>
                <a:ea typeface="Arial"/>
                <a:cs typeface="Arial"/>
              </a:defRPr>
            </a:lvl4pPr>
            <a:lvl5pPr>
              <a:defRPr sz="2025" b="1" i="0">
                <a:solidFill>
                  <a:srgbClr val="292B30"/>
                </a:solidFill>
                <a:latin typeface="Arial"/>
                <a:ea typeface="Arial"/>
                <a:cs typeface="Arial"/>
              </a:defRPr>
            </a:lvl5pPr>
            <a:lvl6pPr>
              <a:defRPr sz="2025" b="1" i="0">
                <a:solidFill>
                  <a:srgbClr val="292B30"/>
                </a:solidFill>
                <a:latin typeface="Arial"/>
                <a:ea typeface="Arial"/>
                <a:cs typeface="Arial"/>
              </a:defRPr>
            </a:lvl6pPr>
            <a:lvl7pPr>
              <a:defRPr sz="2025" b="1" i="0">
                <a:solidFill>
                  <a:srgbClr val="292B30"/>
                </a:solidFill>
                <a:latin typeface="Arial"/>
                <a:ea typeface="Arial"/>
                <a:cs typeface="Arial"/>
              </a:defRPr>
            </a:lvl7pPr>
            <a:lvl8pPr>
              <a:defRPr sz="2025" b="1" i="0">
                <a:solidFill>
                  <a:srgbClr val="292B30"/>
                </a:solidFill>
                <a:latin typeface="Arial"/>
                <a:ea typeface="Arial"/>
                <a:cs typeface="Arial"/>
              </a:defRPr>
            </a:lvl8pPr>
            <a:lvl9pPr>
              <a:defRPr sz="2025" b="1" i="0">
                <a:solidFill>
                  <a:srgbClr val="292B30"/>
                </a:solidFill>
                <a:latin typeface="Arial"/>
                <a:ea typeface="Arial"/>
                <a:cs typeface="Arial"/>
              </a:defRPr>
            </a:lvl9pPr>
          </a:lstStyle>
          <a:p xmlns:a="http://schemas.openxmlformats.org/drawingml/2006/main">
            <a:pPr>
              <a:defRPr sz="2025" b="1" i="0">
                <a:solidFill>
                  <a:srgbClr val="292B30"/>
                </a:solidFill>
                <a:latin typeface="Arial"/>
                <a:ea typeface="Arial"/>
                <a:cs typeface="Arial"/>
              </a:defRPr>
            </a:pPr>
            <a:r>
              <a:rPr sz="2025" b="1" i="0">
                <a:solidFill>
                  <a:srgbClr val="292B30"/>
                </a:solidFill>
                <a:latin typeface="Arial"/>
                <a:ea typeface="Arial"/>
                <a:cs typeface="Arial"/>
              </a:rPr>
              <a:t>Where should we go?</a:t>
            </a:r>
          </a:p>
        </p:txBody>
      </p:sp>
      <p:sp>
        <p:nvSpPr>
          <p:cNvPr id="7" name="text-14">
            <a:extLst xmlns:a="http://schemas.openxmlformats.org/drawingml/2006/main">
              <a:ext uri="{FF2B5EF4-FFF2-40B4-BE49-F238E27FC236}">
                <a16:creationId xmlns:a16="http://schemas.microsoft.com/office/drawing/2014/main" id="{A705BC73-1050-4997-A597-955BD437BE58}"/>
              </a:ext>
            </a:extLst>
          </p:cNvPr>
          <p:cNvSpPr>
            <a:spLocks xmlns:a="http://schemas.openxmlformats.org/drawingml/2006/main" noGrp="1"/>
          </p:cNvSpPr>
          <p:nvPr/>
        </p:nvSpPr>
        <p:spPr>
          <a:xfrm xmlns:a="http://schemas.openxmlformats.org/drawingml/2006/main">
            <a:off x="5524500" y="3076575"/>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i="0">
                <a:solidFill>
                  <a:srgbClr val="5E5C5B"/>
                </a:solidFill>
                <a:latin typeface="Arial"/>
                <a:ea typeface="Arial"/>
                <a:cs typeface="Arial"/>
              </a:defRPr>
            </a:defPPr>
            <a:lvl1pPr>
              <a:defRPr sz="1800" b="0" i="0">
                <a:solidFill>
                  <a:srgbClr val="5E5C5B"/>
                </a:solidFill>
                <a:latin typeface="Arial"/>
                <a:ea typeface="Arial"/>
                <a:cs typeface="Arial"/>
              </a:defRPr>
            </a:lvl1pPr>
            <a:lvl2pPr>
              <a:defRPr sz="1800" b="0" i="0">
                <a:solidFill>
                  <a:srgbClr val="5E5C5B"/>
                </a:solidFill>
                <a:latin typeface="Arial"/>
                <a:ea typeface="Arial"/>
                <a:cs typeface="Arial"/>
              </a:defRPr>
            </a:lvl2pPr>
            <a:lvl3pPr>
              <a:defRPr sz="1800" b="0" i="0">
                <a:solidFill>
                  <a:srgbClr val="5E5C5B"/>
                </a:solidFill>
                <a:latin typeface="Arial"/>
                <a:ea typeface="Arial"/>
                <a:cs typeface="Arial"/>
              </a:defRPr>
            </a:lvl3pPr>
            <a:lvl4pPr>
              <a:defRPr sz="1800" b="0" i="0">
                <a:solidFill>
                  <a:srgbClr val="5E5C5B"/>
                </a:solidFill>
                <a:latin typeface="Arial"/>
                <a:ea typeface="Arial"/>
                <a:cs typeface="Arial"/>
              </a:defRPr>
            </a:lvl4pPr>
            <a:lvl5pPr>
              <a:defRPr sz="1800" b="0" i="0">
                <a:solidFill>
                  <a:srgbClr val="5E5C5B"/>
                </a:solidFill>
                <a:latin typeface="Arial"/>
                <a:ea typeface="Arial"/>
                <a:cs typeface="Arial"/>
              </a:defRPr>
            </a:lvl5pPr>
            <a:lvl6pPr>
              <a:defRPr sz="1800" b="0" i="0">
                <a:solidFill>
                  <a:srgbClr val="5E5C5B"/>
                </a:solidFill>
                <a:latin typeface="Arial"/>
                <a:ea typeface="Arial"/>
                <a:cs typeface="Arial"/>
              </a:defRPr>
            </a:lvl6pPr>
            <a:lvl7pPr>
              <a:defRPr sz="1800" b="0" i="0">
                <a:solidFill>
                  <a:srgbClr val="5E5C5B"/>
                </a:solidFill>
                <a:latin typeface="Arial"/>
                <a:ea typeface="Arial"/>
                <a:cs typeface="Arial"/>
              </a:defRPr>
            </a:lvl7pPr>
            <a:lvl8pPr>
              <a:defRPr sz="1800" b="0" i="0">
                <a:solidFill>
                  <a:srgbClr val="5E5C5B"/>
                </a:solidFill>
                <a:latin typeface="Arial"/>
                <a:ea typeface="Arial"/>
                <a:cs typeface="Arial"/>
              </a:defRPr>
            </a:lvl8pPr>
            <a:lvl9pPr>
              <a:defRPr sz="1800" b="0" i="0">
                <a:solidFill>
                  <a:srgbClr val="5E5C5B"/>
                </a:solidFill>
                <a:latin typeface="Arial"/>
                <a:ea typeface="Arial"/>
                <a:cs typeface="Arial"/>
              </a:defRPr>
            </a:lvl9pPr>
          </a:lstStyle>
          <a:p xmlns:a="http://schemas.openxmlformats.org/drawingml/2006/main">
            <a:pPr>
              <a:defRPr sz="1800" b="0" i="0">
                <a:solidFill>
                  <a:srgbClr val="5E5C5B"/>
                </a:solidFill>
                <a:latin typeface="Arial"/>
                <a:ea typeface="Arial"/>
                <a:cs typeface="Arial"/>
              </a:defRPr>
            </a:pPr>
            <a:r>
              <a:rPr sz="1800" b="0" i="0">
                <a:solidFill>
                  <a:srgbClr val="5E5C5B"/>
                </a:solidFill>
                <a:latin typeface="Arial"/>
                <a:ea typeface="Arial"/>
                <a:cs typeface="Arial"/>
              </a:rPr>
              <a:t>Weather, light pollution and Moon conditions</a:t>
            </a:r>
          </a:p>
          <a:p xmlns:a="http://schemas.openxmlformats.org/drawingml/2006/main">
            <a:pPr>
              <a:defRPr sz="1800" b="0" i="0">
                <a:solidFill>
                  <a:srgbClr val="5E5C5B"/>
                </a:solidFill>
                <a:latin typeface="Arial"/>
                <a:ea typeface="Arial"/>
                <a:cs typeface="Arial"/>
              </a:defRPr>
            </a:pPr>
            <a:r>
              <a:rPr sz="1800" b="0" i="0">
                <a:solidFill>
                  <a:srgbClr val="5E5C5B"/>
                </a:solidFill>
                <a:latin typeface="Arial"/>
                <a:ea typeface="Arial"/>
                <a:cs typeface="Arial"/>
              </a:rPr>
              <a:t>need to agree at the same location.</a:t>
            </a:r>
          </a:p>
        </p:txBody>
      </p:sp>
      <p:sp>
        <p:nvSpPr>
          <p:cNvPr id="8" name="text-15">
            <a:extLst xmlns:a="http://schemas.openxmlformats.org/drawingml/2006/main">
              <a:ext uri="{FF2B5EF4-FFF2-40B4-BE49-F238E27FC236}">
                <a16:creationId xmlns:a16="http://schemas.microsoft.com/office/drawing/2014/main" id="{D8570C45-0CF4-4698-A20A-F5ACC8F90470}"/>
              </a:ext>
            </a:extLst>
          </p:cNvPr>
          <p:cNvSpPr>
            <a:spLocks xmlns:a="http://schemas.openxmlformats.org/drawingml/2006/main" noGrp="1"/>
          </p:cNvSpPr>
          <p:nvPr/>
        </p:nvSpPr>
        <p:spPr>
          <a:xfrm xmlns:a="http://schemas.openxmlformats.org/drawingml/2006/main">
            <a:off x="781050" y="4019550"/>
            <a:ext cx="59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i="0">
                <a:solidFill>
                  <a:srgbClr val="A52836"/>
                </a:solidFill>
                <a:latin typeface="Georgia"/>
                <a:ea typeface="Georgia"/>
                <a:cs typeface="Georgia"/>
              </a:defRPr>
            </a:defPPr>
            <a:lvl1pPr>
              <a:defRPr sz="2175" b="0" i="0">
                <a:solidFill>
                  <a:srgbClr val="A52836"/>
                </a:solidFill>
                <a:latin typeface="Georgia"/>
                <a:ea typeface="Georgia"/>
                <a:cs typeface="Georgia"/>
              </a:defRPr>
            </a:lvl1pPr>
            <a:lvl2pPr>
              <a:defRPr sz="2175" b="0" i="0">
                <a:solidFill>
                  <a:srgbClr val="A52836"/>
                </a:solidFill>
                <a:latin typeface="Georgia"/>
                <a:ea typeface="Georgia"/>
                <a:cs typeface="Georgia"/>
              </a:defRPr>
            </a:lvl2pPr>
            <a:lvl3pPr>
              <a:defRPr sz="2175" b="0" i="0">
                <a:solidFill>
                  <a:srgbClr val="A52836"/>
                </a:solidFill>
                <a:latin typeface="Georgia"/>
                <a:ea typeface="Georgia"/>
                <a:cs typeface="Georgia"/>
              </a:defRPr>
            </a:lvl3pPr>
            <a:lvl4pPr>
              <a:defRPr sz="2175" b="0" i="0">
                <a:solidFill>
                  <a:srgbClr val="A52836"/>
                </a:solidFill>
                <a:latin typeface="Georgia"/>
                <a:ea typeface="Georgia"/>
                <a:cs typeface="Georgia"/>
              </a:defRPr>
            </a:lvl4pPr>
            <a:lvl5pPr>
              <a:defRPr sz="2175" b="0" i="0">
                <a:solidFill>
                  <a:srgbClr val="A52836"/>
                </a:solidFill>
                <a:latin typeface="Georgia"/>
                <a:ea typeface="Georgia"/>
                <a:cs typeface="Georgia"/>
              </a:defRPr>
            </a:lvl5pPr>
            <a:lvl6pPr>
              <a:defRPr sz="2175" b="0" i="0">
                <a:solidFill>
                  <a:srgbClr val="A52836"/>
                </a:solidFill>
                <a:latin typeface="Georgia"/>
                <a:ea typeface="Georgia"/>
                <a:cs typeface="Georgia"/>
              </a:defRPr>
            </a:lvl6pPr>
            <a:lvl7pPr>
              <a:defRPr sz="2175" b="0" i="0">
                <a:solidFill>
                  <a:srgbClr val="A52836"/>
                </a:solidFill>
                <a:latin typeface="Georgia"/>
                <a:ea typeface="Georgia"/>
                <a:cs typeface="Georgia"/>
              </a:defRPr>
            </a:lvl7pPr>
            <a:lvl8pPr>
              <a:defRPr sz="2175" b="0" i="0">
                <a:solidFill>
                  <a:srgbClr val="A52836"/>
                </a:solidFill>
                <a:latin typeface="Georgia"/>
                <a:ea typeface="Georgia"/>
                <a:cs typeface="Georgia"/>
              </a:defRPr>
            </a:lvl8pPr>
            <a:lvl9pPr>
              <a:defRPr sz="2175" b="0" i="0">
                <a:solidFill>
                  <a:srgbClr val="A52836"/>
                </a:solidFill>
                <a:latin typeface="Georgia"/>
                <a:ea typeface="Georgia"/>
                <a:cs typeface="Georgia"/>
              </a:defRPr>
            </a:lvl9pPr>
          </a:lstStyle>
          <a:p xmlns:a="http://schemas.openxmlformats.org/drawingml/2006/main">
            <a:pPr>
              <a:defRPr sz="2175" b="0" i="0">
                <a:solidFill>
                  <a:srgbClr val="A52836"/>
                </a:solidFill>
                <a:latin typeface="Georgia"/>
                <a:ea typeface="Georgia"/>
                <a:cs typeface="Georgia"/>
              </a:defRPr>
            </a:pPr>
            <a:r>
              <a:rPr sz="2175" b="0" i="0">
                <a:solidFill>
                  <a:srgbClr val="A52836"/>
                </a:solidFill>
                <a:latin typeface="Georgia"/>
                <a:ea typeface="Georgia"/>
                <a:cs typeface="Georgia"/>
              </a:rPr>
              <a:t>02</a:t>
            </a:r>
          </a:p>
        </p:txBody>
      </p:sp>
      <p:sp>
        <p:nvSpPr>
          <p:cNvPr id="9" name="text-16">
            <a:extLst xmlns:a="http://schemas.openxmlformats.org/drawingml/2006/main">
              <a:ext uri="{FF2B5EF4-FFF2-40B4-BE49-F238E27FC236}">
                <a16:creationId xmlns:a16="http://schemas.microsoft.com/office/drawing/2014/main" id="{D648B26C-1655-4C59-99E2-03EAF811B0CE}"/>
              </a:ext>
            </a:extLst>
          </p:cNvPr>
          <p:cNvSpPr>
            <a:spLocks xmlns:a="http://schemas.openxmlformats.org/drawingml/2006/main" noGrp="1"/>
          </p:cNvSpPr>
          <p:nvPr/>
        </p:nvSpPr>
        <p:spPr>
          <a:xfrm xmlns:a="http://schemas.openxmlformats.org/drawingml/2006/main">
            <a:off x="1562100" y="4019550"/>
            <a:ext cx="361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i="0">
                <a:solidFill>
                  <a:srgbClr val="292B30"/>
                </a:solidFill>
                <a:latin typeface="Arial"/>
                <a:ea typeface="Arial"/>
                <a:cs typeface="Arial"/>
              </a:defRPr>
            </a:defPPr>
            <a:lvl1pPr>
              <a:defRPr sz="2025" b="1" i="0">
                <a:solidFill>
                  <a:srgbClr val="292B30"/>
                </a:solidFill>
                <a:latin typeface="Arial"/>
                <a:ea typeface="Arial"/>
                <a:cs typeface="Arial"/>
              </a:defRPr>
            </a:lvl1pPr>
            <a:lvl2pPr>
              <a:defRPr sz="2025" b="1" i="0">
                <a:solidFill>
                  <a:srgbClr val="292B30"/>
                </a:solidFill>
                <a:latin typeface="Arial"/>
                <a:ea typeface="Arial"/>
                <a:cs typeface="Arial"/>
              </a:defRPr>
            </a:lvl2pPr>
            <a:lvl3pPr>
              <a:defRPr sz="2025" b="1" i="0">
                <a:solidFill>
                  <a:srgbClr val="292B30"/>
                </a:solidFill>
                <a:latin typeface="Arial"/>
                <a:ea typeface="Arial"/>
                <a:cs typeface="Arial"/>
              </a:defRPr>
            </a:lvl3pPr>
            <a:lvl4pPr>
              <a:defRPr sz="2025" b="1" i="0">
                <a:solidFill>
                  <a:srgbClr val="292B30"/>
                </a:solidFill>
                <a:latin typeface="Arial"/>
                <a:ea typeface="Arial"/>
                <a:cs typeface="Arial"/>
              </a:defRPr>
            </a:lvl4pPr>
            <a:lvl5pPr>
              <a:defRPr sz="2025" b="1" i="0">
                <a:solidFill>
                  <a:srgbClr val="292B30"/>
                </a:solidFill>
                <a:latin typeface="Arial"/>
                <a:ea typeface="Arial"/>
                <a:cs typeface="Arial"/>
              </a:defRPr>
            </a:lvl5pPr>
            <a:lvl6pPr>
              <a:defRPr sz="2025" b="1" i="0">
                <a:solidFill>
                  <a:srgbClr val="292B30"/>
                </a:solidFill>
                <a:latin typeface="Arial"/>
                <a:ea typeface="Arial"/>
                <a:cs typeface="Arial"/>
              </a:defRPr>
            </a:lvl6pPr>
            <a:lvl7pPr>
              <a:defRPr sz="2025" b="1" i="0">
                <a:solidFill>
                  <a:srgbClr val="292B30"/>
                </a:solidFill>
                <a:latin typeface="Arial"/>
                <a:ea typeface="Arial"/>
                <a:cs typeface="Arial"/>
              </a:defRPr>
            </a:lvl7pPr>
            <a:lvl8pPr>
              <a:defRPr sz="2025" b="1" i="0">
                <a:solidFill>
                  <a:srgbClr val="292B30"/>
                </a:solidFill>
                <a:latin typeface="Arial"/>
                <a:ea typeface="Arial"/>
                <a:cs typeface="Arial"/>
              </a:defRPr>
            </a:lvl8pPr>
            <a:lvl9pPr>
              <a:defRPr sz="2025" b="1" i="0">
                <a:solidFill>
                  <a:srgbClr val="292B30"/>
                </a:solidFill>
                <a:latin typeface="Arial"/>
                <a:ea typeface="Arial"/>
                <a:cs typeface="Arial"/>
              </a:defRPr>
            </a:lvl9pPr>
          </a:lstStyle>
          <a:p xmlns:a="http://schemas.openxmlformats.org/drawingml/2006/main">
            <a:pPr>
              <a:defRPr sz="2025" b="1" i="0">
                <a:solidFill>
                  <a:srgbClr val="292B30"/>
                </a:solidFill>
                <a:latin typeface="Arial"/>
                <a:ea typeface="Arial"/>
                <a:cs typeface="Arial"/>
              </a:defRPr>
            </a:pPr>
            <a:r>
              <a:rPr sz="2025" b="1" i="0">
                <a:solidFill>
                  <a:srgbClr val="292B30"/>
                </a:solidFill>
                <a:latin typeface="Arial"/>
                <a:ea typeface="Arial"/>
                <a:cs typeface="Arial"/>
              </a:rPr>
              <a:t>What can we see tonight?</a:t>
            </a:r>
          </a:p>
        </p:txBody>
      </p:sp>
      <p:sp>
        <p:nvSpPr>
          <p:cNvPr id="10" name="text-17">
            <a:extLst xmlns:a="http://schemas.openxmlformats.org/drawingml/2006/main">
              <a:ext uri="{FF2B5EF4-FFF2-40B4-BE49-F238E27FC236}">
                <a16:creationId xmlns:a16="http://schemas.microsoft.com/office/drawing/2014/main" id="{AB5FC657-D7F5-486C-A888-C8B274D1F476}"/>
              </a:ext>
            </a:extLst>
          </p:cNvPr>
          <p:cNvSpPr>
            <a:spLocks xmlns:a="http://schemas.openxmlformats.org/drawingml/2006/main" noGrp="1"/>
          </p:cNvSpPr>
          <p:nvPr/>
        </p:nvSpPr>
        <p:spPr>
          <a:xfrm xmlns:a="http://schemas.openxmlformats.org/drawingml/2006/main">
            <a:off x="5524500" y="4029075"/>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i="0">
                <a:solidFill>
                  <a:srgbClr val="5E5C5B"/>
                </a:solidFill>
                <a:latin typeface="Arial"/>
                <a:ea typeface="Arial"/>
                <a:cs typeface="Arial"/>
              </a:defRPr>
            </a:defPPr>
            <a:lvl1pPr>
              <a:defRPr sz="1800" b="0" i="0">
                <a:solidFill>
                  <a:srgbClr val="5E5C5B"/>
                </a:solidFill>
                <a:latin typeface="Arial"/>
                <a:ea typeface="Arial"/>
                <a:cs typeface="Arial"/>
              </a:defRPr>
            </a:lvl1pPr>
            <a:lvl2pPr>
              <a:defRPr sz="1800" b="0" i="0">
                <a:solidFill>
                  <a:srgbClr val="5E5C5B"/>
                </a:solidFill>
                <a:latin typeface="Arial"/>
                <a:ea typeface="Arial"/>
                <a:cs typeface="Arial"/>
              </a:defRPr>
            </a:lvl2pPr>
            <a:lvl3pPr>
              <a:defRPr sz="1800" b="0" i="0">
                <a:solidFill>
                  <a:srgbClr val="5E5C5B"/>
                </a:solidFill>
                <a:latin typeface="Arial"/>
                <a:ea typeface="Arial"/>
                <a:cs typeface="Arial"/>
              </a:defRPr>
            </a:lvl3pPr>
            <a:lvl4pPr>
              <a:defRPr sz="1800" b="0" i="0">
                <a:solidFill>
                  <a:srgbClr val="5E5C5B"/>
                </a:solidFill>
                <a:latin typeface="Arial"/>
                <a:ea typeface="Arial"/>
                <a:cs typeface="Arial"/>
              </a:defRPr>
            </a:lvl4pPr>
            <a:lvl5pPr>
              <a:defRPr sz="1800" b="0" i="0">
                <a:solidFill>
                  <a:srgbClr val="5E5C5B"/>
                </a:solidFill>
                <a:latin typeface="Arial"/>
                <a:ea typeface="Arial"/>
                <a:cs typeface="Arial"/>
              </a:defRPr>
            </a:lvl5pPr>
            <a:lvl6pPr>
              <a:defRPr sz="1800" b="0" i="0">
                <a:solidFill>
                  <a:srgbClr val="5E5C5B"/>
                </a:solidFill>
                <a:latin typeface="Arial"/>
                <a:ea typeface="Arial"/>
                <a:cs typeface="Arial"/>
              </a:defRPr>
            </a:lvl6pPr>
            <a:lvl7pPr>
              <a:defRPr sz="1800" b="0" i="0">
                <a:solidFill>
                  <a:srgbClr val="5E5C5B"/>
                </a:solidFill>
                <a:latin typeface="Arial"/>
                <a:ea typeface="Arial"/>
                <a:cs typeface="Arial"/>
              </a:defRPr>
            </a:lvl7pPr>
            <a:lvl8pPr>
              <a:defRPr sz="1800" b="0" i="0">
                <a:solidFill>
                  <a:srgbClr val="5E5C5B"/>
                </a:solidFill>
                <a:latin typeface="Arial"/>
                <a:ea typeface="Arial"/>
                <a:cs typeface="Arial"/>
              </a:defRPr>
            </a:lvl8pPr>
            <a:lvl9pPr>
              <a:defRPr sz="1800" b="0" i="0">
                <a:solidFill>
                  <a:srgbClr val="5E5C5B"/>
                </a:solidFill>
                <a:latin typeface="Arial"/>
                <a:ea typeface="Arial"/>
                <a:cs typeface="Arial"/>
              </a:defRPr>
            </a:lvl9pPr>
          </a:lstStyle>
          <a:p xmlns:a="http://schemas.openxmlformats.org/drawingml/2006/main">
            <a:pPr>
              <a:defRPr sz="1800" b="0" i="0">
                <a:solidFill>
                  <a:srgbClr val="5E5C5B"/>
                </a:solidFill>
                <a:latin typeface="Arial"/>
                <a:ea typeface="Arial"/>
                <a:cs typeface="Arial"/>
              </a:defRPr>
            </a:pPr>
            <a:r>
              <a:rPr sz="1800" b="0" i="0">
                <a:solidFill>
                  <a:srgbClr val="5E5C5B"/>
                </a:solidFill>
                <a:latin typeface="Arial"/>
                <a:ea typeface="Arial"/>
                <a:cs typeface="Arial"/>
              </a:rPr>
              <a:t>Events need a local viewing window,</a:t>
            </a:r>
          </a:p>
          <a:p xmlns:a="http://schemas.openxmlformats.org/drawingml/2006/main">
            <a:pPr>
              <a:defRPr sz="1800" b="0" i="0">
                <a:solidFill>
                  <a:srgbClr val="5E5C5B"/>
                </a:solidFill>
                <a:latin typeface="Arial"/>
                <a:ea typeface="Arial"/>
                <a:cs typeface="Arial"/>
              </a:defRPr>
            </a:pPr>
            <a:r>
              <a:rPr sz="1800" b="0" i="0">
                <a:solidFill>
                  <a:srgbClr val="5E5C5B"/>
                </a:solidFill>
                <a:latin typeface="Arial"/>
                <a:ea typeface="Arial"/>
                <a:cs typeface="Arial"/>
              </a:rPr>
              <a:t>with timing, direction and visibility.</a:t>
            </a:r>
          </a:p>
        </p:txBody>
      </p:sp>
      <p:sp>
        <p:nvSpPr>
          <p:cNvPr id="11" name="text-18">
            <a:extLst xmlns:a="http://schemas.openxmlformats.org/drawingml/2006/main">
              <a:ext uri="{FF2B5EF4-FFF2-40B4-BE49-F238E27FC236}">
                <a16:creationId xmlns:a16="http://schemas.microsoft.com/office/drawing/2014/main" id="{2A2B321C-087B-443A-9AE8-6BC7A02AEFCF}"/>
              </a:ext>
            </a:extLst>
          </p:cNvPr>
          <p:cNvSpPr>
            <a:spLocks xmlns:a="http://schemas.openxmlformats.org/drawingml/2006/main" noGrp="1"/>
          </p:cNvSpPr>
          <p:nvPr/>
        </p:nvSpPr>
        <p:spPr>
          <a:xfrm xmlns:a="http://schemas.openxmlformats.org/drawingml/2006/main">
            <a:off x="781050" y="4972050"/>
            <a:ext cx="59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i="0">
                <a:solidFill>
                  <a:srgbClr val="A52836"/>
                </a:solidFill>
                <a:latin typeface="Georgia"/>
                <a:ea typeface="Georgia"/>
                <a:cs typeface="Georgia"/>
              </a:defRPr>
            </a:defPPr>
            <a:lvl1pPr>
              <a:defRPr sz="2175" b="0" i="0">
                <a:solidFill>
                  <a:srgbClr val="A52836"/>
                </a:solidFill>
                <a:latin typeface="Georgia"/>
                <a:ea typeface="Georgia"/>
                <a:cs typeface="Georgia"/>
              </a:defRPr>
            </a:lvl1pPr>
            <a:lvl2pPr>
              <a:defRPr sz="2175" b="0" i="0">
                <a:solidFill>
                  <a:srgbClr val="A52836"/>
                </a:solidFill>
                <a:latin typeface="Georgia"/>
                <a:ea typeface="Georgia"/>
                <a:cs typeface="Georgia"/>
              </a:defRPr>
            </a:lvl2pPr>
            <a:lvl3pPr>
              <a:defRPr sz="2175" b="0" i="0">
                <a:solidFill>
                  <a:srgbClr val="A52836"/>
                </a:solidFill>
                <a:latin typeface="Georgia"/>
                <a:ea typeface="Georgia"/>
                <a:cs typeface="Georgia"/>
              </a:defRPr>
            </a:lvl3pPr>
            <a:lvl4pPr>
              <a:defRPr sz="2175" b="0" i="0">
                <a:solidFill>
                  <a:srgbClr val="A52836"/>
                </a:solidFill>
                <a:latin typeface="Georgia"/>
                <a:ea typeface="Georgia"/>
                <a:cs typeface="Georgia"/>
              </a:defRPr>
            </a:lvl4pPr>
            <a:lvl5pPr>
              <a:defRPr sz="2175" b="0" i="0">
                <a:solidFill>
                  <a:srgbClr val="A52836"/>
                </a:solidFill>
                <a:latin typeface="Georgia"/>
                <a:ea typeface="Georgia"/>
                <a:cs typeface="Georgia"/>
              </a:defRPr>
            </a:lvl5pPr>
            <a:lvl6pPr>
              <a:defRPr sz="2175" b="0" i="0">
                <a:solidFill>
                  <a:srgbClr val="A52836"/>
                </a:solidFill>
                <a:latin typeface="Georgia"/>
                <a:ea typeface="Georgia"/>
                <a:cs typeface="Georgia"/>
              </a:defRPr>
            </a:lvl6pPr>
            <a:lvl7pPr>
              <a:defRPr sz="2175" b="0" i="0">
                <a:solidFill>
                  <a:srgbClr val="A52836"/>
                </a:solidFill>
                <a:latin typeface="Georgia"/>
                <a:ea typeface="Georgia"/>
                <a:cs typeface="Georgia"/>
              </a:defRPr>
            </a:lvl7pPr>
            <a:lvl8pPr>
              <a:defRPr sz="2175" b="0" i="0">
                <a:solidFill>
                  <a:srgbClr val="A52836"/>
                </a:solidFill>
                <a:latin typeface="Georgia"/>
                <a:ea typeface="Georgia"/>
                <a:cs typeface="Georgia"/>
              </a:defRPr>
            </a:lvl8pPr>
            <a:lvl9pPr>
              <a:defRPr sz="2175" b="0" i="0">
                <a:solidFill>
                  <a:srgbClr val="A52836"/>
                </a:solidFill>
                <a:latin typeface="Georgia"/>
                <a:ea typeface="Georgia"/>
                <a:cs typeface="Georgia"/>
              </a:defRPr>
            </a:lvl9pPr>
          </a:lstStyle>
          <a:p xmlns:a="http://schemas.openxmlformats.org/drawingml/2006/main">
            <a:pPr>
              <a:defRPr sz="2175" b="0" i="0">
                <a:solidFill>
                  <a:srgbClr val="A52836"/>
                </a:solidFill>
                <a:latin typeface="Georgia"/>
                <a:ea typeface="Georgia"/>
                <a:cs typeface="Georgia"/>
              </a:defRPr>
            </a:pPr>
            <a:r>
              <a:rPr sz="2175" b="0" i="0">
                <a:solidFill>
                  <a:srgbClr val="A52836"/>
                </a:solidFill>
                <a:latin typeface="Georgia"/>
                <a:ea typeface="Georgia"/>
                <a:cs typeface="Georgia"/>
              </a:rPr>
              <a:t>03</a:t>
            </a:r>
          </a:p>
        </p:txBody>
      </p:sp>
      <p:sp>
        <p:nvSpPr>
          <p:cNvPr id="12" name="text-19">
            <a:extLst xmlns:a="http://schemas.openxmlformats.org/drawingml/2006/main">
              <a:ext uri="{FF2B5EF4-FFF2-40B4-BE49-F238E27FC236}">
                <a16:creationId xmlns:a16="http://schemas.microsoft.com/office/drawing/2014/main" id="{8490352A-9534-44D5-9463-FCCCD9CFC294}"/>
              </a:ext>
            </a:extLst>
          </p:cNvPr>
          <p:cNvSpPr>
            <a:spLocks xmlns:a="http://schemas.openxmlformats.org/drawingml/2006/main" noGrp="1"/>
          </p:cNvSpPr>
          <p:nvPr/>
        </p:nvSpPr>
        <p:spPr>
          <a:xfrm xmlns:a="http://schemas.openxmlformats.org/drawingml/2006/main">
            <a:off x="1562100" y="4972050"/>
            <a:ext cx="361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i="0">
                <a:solidFill>
                  <a:srgbClr val="292B30"/>
                </a:solidFill>
                <a:latin typeface="Arial"/>
                <a:ea typeface="Arial"/>
                <a:cs typeface="Arial"/>
              </a:defRPr>
            </a:defPPr>
            <a:lvl1pPr>
              <a:defRPr sz="2025" b="1" i="0">
                <a:solidFill>
                  <a:srgbClr val="292B30"/>
                </a:solidFill>
                <a:latin typeface="Arial"/>
                <a:ea typeface="Arial"/>
                <a:cs typeface="Arial"/>
              </a:defRPr>
            </a:lvl1pPr>
            <a:lvl2pPr>
              <a:defRPr sz="2025" b="1" i="0">
                <a:solidFill>
                  <a:srgbClr val="292B30"/>
                </a:solidFill>
                <a:latin typeface="Arial"/>
                <a:ea typeface="Arial"/>
                <a:cs typeface="Arial"/>
              </a:defRPr>
            </a:lvl2pPr>
            <a:lvl3pPr>
              <a:defRPr sz="2025" b="1" i="0">
                <a:solidFill>
                  <a:srgbClr val="292B30"/>
                </a:solidFill>
                <a:latin typeface="Arial"/>
                <a:ea typeface="Arial"/>
                <a:cs typeface="Arial"/>
              </a:defRPr>
            </a:lvl3pPr>
            <a:lvl4pPr>
              <a:defRPr sz="2025" b="1" i="0">
                <a:solidFill>
                  <a:srgbClr val="292B30"/>
                </a:solidFill>
                <a:latin typeface="Arial"/>
                <a:ea typeface="Arial"/>
                <a:cs typeface="Arial"/>
              </a:defRPr>
            </a:lvl4pPr>
            <a:lvl5pPr>
              <a:defRPr sz="2025" b="1" i="0">
                <a:solidFill>
                  <a:srgbClr val="292B30"/>
                </a:solidFill>
                <a:latin typeface="Arial"/>
                <a:ea typeface="Arial"/>
                <a:cs typeface="Arial"/>
              </a:defRPr>
            </a:lvl5pPr>
            <a:lvl6pPr>
              <a:defRPr sz="2025" b="1" i="0">
                <a:solidFill>
                  <a:srgbClr val="292B30"/>
                </a:solidFill>
                <a:latin typeface="Arial"/>
                <a:ea typeface="Arial"/>
                <a:cs typeface="Arial"/>
              </a:defRPr>
            </a:lvl6pPr>
            <a:lvl7pPr>
              <a:defRPr sz="2025" b="1" i="0">
                <a:solidFill>
                  <a:srgbClr val="292B30"/>
                </a:solidFill>
                <a:latin typeface="Arial"/>
                <a:ea typeface="Arial"/>
                <a:cs typeface="Arial"/>
              </a:defRPr>
            </a:lvl7pPr>
            <a:lvl8pPr>
              <a:defRPr sz="2025" b="1" i="0">
                <a:solidFill>
                  <a:srgbClr val="292B30"/>
                </a:solidFill>
                <a:latin typeface="Arial"/>
                <a:ea typeface="Arial"/>
                <a:cs typeface="Arial"/>
              </a:defRPr>
            </a:lvl8pPr>
            <a:lvl9pPr>
              <a:defRPr sz="2025" b="1" i="0">
                <a:solidFill>
                  <a:srgbClr val="292B30"/>
                </a:solidFill>
                <a:latin typeface="Arial"/>
                <a:ea typeface="Arial"/>
                <a:cs typeface="Arial"/>
              </a:defRPr>
            </a:lvl9pPr>
          </a:lstStyle>
          <a:p xmlns:a="http://schemas.openxmlformats.org/drawingml/2006/main">
            <a:pPr>
              <a:defRPr sz="2025" b="1" i="0">
                <a:solidFill>
                  <a:srgbClr val="292B30"/>
                </a:solidFill>
                <a:latin typeface="Arial"/>
                <a:ea typeface="Arial"/>
                <a:cs typeface="Arial"/>
              </a:defRPr>
            </a:pPr>
            <a:r>
              <a:rPr sz="2025" b="1" i="0">
                <a:solidFill>
                  <a:srgbClr val="292B30"/>
                </a:solidFill>
                <a:latin typeface="Arial"/>
                <a:ea typeface="Arial"/>
                <a:cs typeface="Arial"/>
              </a:rPr>
              <a:t>Can we trust the image?</a:t>
            </a:r>
          </a:p>
        </p:txBody>
      </p:sp>
      <p:sp>
        <p:nvSpPr>
          <p:cNvPr id="13" name="text-20">
            <a:extLst xmlns:a="http://schemas.openxmlformats.org/drawingml/2006/main">
              <a:ext uri="{FF2B5EF4-FFF2-40B4-BE49-F238E27FC236}">
                <a16:creationId xmlns:a16="http://schemas.microsoft.com/office/drawing/2014/main" id="{1E037146-E525-4A55-B2A4-7426BAC56309}"/>
              </a:ext>
            </a:extLst>
          </p:cNvPr>
          <p:cNvSpPr>
            <a:spLocks xmlns:a="http://schemas.openxmlformats.org/drawingml/2006/main" noGrp="1"/>
          </p:cNvSpPr>
          <p:nvPr/>
        </p:nvSpPr>
        <p:spPr>
          <a:xfrm xmlns:a="http://schemas.openxmlformats.org/drawingml/2006/main">
            <a:off x="5524500" y="4981575"/>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i="0">
                <a:solidFill>
                  <a:srgbClr val="5E5C5B"/>
                </a:solidFill>
                <a:latin typeface="Arial"/>
                <a:ea typeface="Arial"/>
                <a:cs typeface="Arial"/>
              </a:defRPr>
            </a:defPPr>
            <a:lvl1pPr>
              <a:defRPr sz="1800" b="0" i="0">
                <a:solidFill>
                  <a:srgbClr val="5E5C5B"/>
                </a:solidFill>
                <a:latin typeface="Arial"/>
                <a:ea typeface="Arial"/>
                <a:cs typeface="Arial"/>
              </a:defRPr>
            </a:lvl1pPr>
            <a:lvl2pPr>
              <a:defRPr sz="1800" b="0" i="0">
                <a:solidFill>
                  <a:srgbClr val="5E5C5B"/>
                </a:solidFill>
                <a:latin typeface="Arial"/>
                <a:ea typeface="Arial"/>
                <a:cs typeface="Arial"/>
              </a:defRPr>
            </a:lvl2pPr>
            <a:lvl3pPr>
              <a:defRPr sz="1800" b="0" i="0">
                <a:solidFill>
                  <a:srgbClr val="5E5C5B"/>
                </a:solidFill>
                <a:latin typeface="Arial"/>
                <a:ea typeface="Arial"/>
                <a:cs typeface="Arial"/>
              </a:defRPr>
            </a:lvl3pPr>
            <a:lvl4pPr>
              <a:defRPr sz="1800" b="0" i="0">
                <a:solidFill>
                  <a:srgbClr val="5E5C5B"/>
                </a:solidFill>
                <a:latin typeface="Arial"/>
                <a:ea typeface="Arial"/>
                <a:cs typeface="Arial"/>
              </a:defRPr>
            </a:lvl4pPr>
            <a:lvl5pPr>
              <a:defRPr sz="1800" b="0" i="0">
                <a:solidFill>
                  <a:srgbClr val="5E5C5B"/>
                </a:solidFill>
                <a:latin typeface="Arial"/>
                <a:ea typeface="Arial"/>
                <a:cs typeface="Arial"/>
              </a:defRPr>
            </a:lvl5pPr>
            <a:lvl6pPr>
              <a:defRPr sz="1800" b="0" i="0">
                <a:solidFill>
                  <a:srgbClr val="5E5C5B"/>
                </a:solidFill>
                <a:latin typeface="Arial"/>
                <a:ea typeface="Arial"/>
                <a:cs typeface="Arial"/>
              </a:defRPr>
            </a:lvl6pPr>
            <a:lvl7pPr>
              <a:defRPr sz="1800" b="0" i="0">
                <a:solidFill>
                  <a:srgbClr val="5E5C5B"/>
                </a:solidFill>
                <a:latin typeface="Arial"/>
                <a:ea typeface="Arial"/>
                <a:cs typeface="Arial"/>
              </a:defRPr>
            </a:lvl7pPr>
            <a:lvl8pPr>
              <a:defRPr sz="1800" b="0" i="0">
                <a:solidFill>
                  <a:srgbClr val="5E5C5B"/>
                </a:solidFill>
                <a:latin typeface="Arial"/>
                <a:ea typeface="Arial"/>
                <a:cs typeface="Arial"/>
              </a:defRPr>
            </a:lvl8pPr>
            <a:lvl9pPr>
              <a:defRPr sz="1800" b="0" i="0">
                <a:solidFill>
                  <a:srgbClr val="5E5C5B"/>
                </a:solidFill>
                <a:latin typeface="Arial"/>
                <a:ea typeface="Arial"/>
                <a:cs typeface="Arial"/>
              </a:defRPr>
            </a:lvl9pPr>
          </a:lstStyle>
          <a:p xmlns:a="http://schemas.openxmlformats.org/drawingml/2006/main">
            <a:pPr>
              <a:defRPr sz="1800" b="0" i="0">
                <a:solidFill>
                  <a:srgbClr val="5E5C5B"/>
                </a:solidFill>
                <a:latin typeface="Arial"/>
                <a:ea typeface="Arial"/>
                <a:cs typeface="Arial"/>
              </a:defRPr>
            </a:pPr>
            <a:r>
              <a:rPr sz="1800" b="0" i="0">
                <a:solidFill>
                  <a:srgbClr val="5E5C5B"/>
                </a:solidFill>
                <a:latin typeface="Arial"/>
                <a:ea typeface="Arial"/>
                <a:cs typeface="Arial"/>
              </a:rPr>
              <a:t>Noise and blur hide faint objects. Restoration</a:t>
            </a:r>
          </a:p>
          <a:p xmlns:a="http://schemas.openxmlformats.org/drawingml/2006/main">
            <a:pPr>
              <a:defRPr sz="1800" b="0" i="0">
                <a:solidFill>
                  <a:srgbClr val="5E5C5B"/>
                </a:solidFill>
                <a:latin typeface="Arial"/>
                <a:ea typeface="Arial"/>
                <a:cs typeface="Arial"/>
              </a:defRPr>
            </a:pPr>
            <a:r>
              <a:rPr sz="1800" b="0" i="0">
                <a:solidFill>
                  <a:srgbClr val="5E5C5B"/>
                </a:solidFill>
                <a:latin typeface="Arial"/>
                <a:ea typeface="Arial"/>
                <a:cs typeface="Arial"/>
              </a:rPr>
              <a:t>needs evidence that it preserves the signal.</a:t>
            </a:r>
          </a:p>
        </p:txBody>
      </p:sp>
      <p:sp>
        <p:nvSpPr>
          <p:cNvPr id="14" name="text-21">
            <a:extLst xmlns:a="http://schemas.openxmlformats.org/drawingml/2006/main">
              <a:ext uri="{FF2B5EF4-FFF2-40B4-BE49-F238E27FC236}">
                <a16:creationId xmlns:a16="http://schemas.microsoft.com/office/drawing/2014/main" id="{A54C7018-8FCF-4D91-95F2-E6A0C2024A24}"/>
              </a:ext>
            </a:extLst>
          </p:cNvPr>
          <p:cNvSpPr>
            <a:spLocks xmlns:a="http://schemas.openxmlformats.org/drawingml/2006/main" noGrp="1"/>
          </p:cNvSpPr>
          <p:nvPr/>
        </p:nvSpPr>
        <p:spPr>
          <a:xfrm xmlns:a="http://schemas.openxmlformats.org/drawingml/2006/main">
            <a:off x="781050" y="6057900"/>
            <a:ext cx="9429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i="0">
                <a:solidFill>
                  <a:srgbClr val="A52836"/>
                </a:solidFill>
                <a:latin typeface="Arial"/>
                <a:ea typeface="Arial"/>
                <a:cs typeface="Arial"/>
              </a:defRPr>
            </a:defPPr>
            <a:lvl1pPr>
              <a:defRPr sz="1500" b="0" i="0">
                <a:solidFill>
                  <a:srgbClr val="A52836"/>
                </a:solidFill>
                <a:latin typeface="Arial"/>
                <a:ea typeface="Arial"/>
                <a:cs typeface="Arial"/>
              </a:defRPr>
            </a:lvl1pPr>
            <a:lvl2pPr>
              <a:defRPr sz="1500" b="0" i="0">
                <a:solidFill>
                  <a:srgbClr val="A52836"/>
                </a:solidFill>
                <a:latin typeface="Arial"/>
                <a:ea typeface="Arial"/>
                <a:cs typeface="Arial"/>
              </a:defRPr>
            </a:lvl2pPr>
            <a:lvl3pPr>
              <a:defRPr sz="1500" b="0" i="0">
                <a:solidFill>
                  <a:srgbClr val="A52836"/>
                </a:solidFill>
                <a:latin typeface="Arial"/>
                <a:ea typeface="Arial"/>
                <a:cs typeface="Arial"/>
              </a:defRPr>
            </a:lvl3pPr>
            <a:lvl4pPr>
              <a:defRPr sz="1500" b="0" i="0">
                <a:solidFill>
                  <a:srgbClr val="A52836"/>
                </a:solidFill>
                <a:latin typeface="Arial"/>
                <a:ea typeface="Arial"/>
                <a:cs typeface="Arial"/>
              </a:defRPr>
            </a:lvl4pPr>
            <a:lvl5pPr>
              <a:defRPr sz="1500" b="0" i="0">
                <a:solidFill>
                  <a:srgbClr val="A52836"/>
                </a:solidFill>
                <a:latin typeface="Arial"/>
                <a:ea typeface="Arial"/>
                <a:cs typeface="Arial"/>
              </a:defRPr>
            </a:lvl5pPr>
            <a:lvl6pPr>
              <a:defRPr sz="1500" b="0" i="0">
                <a:solidFill>
                  <a:srgbClr val="A52836"/>
                </a:solidFill>
                <a:latin typeface="Arial"/>
                <a:ea typeface="Arial"/>
                <a:cs typeface="Arial"/>
              </a:defRPr>
            </a:lvl6pPr>
            <a:lvl7pPr>
              <a:defRPr sz="1500" b="0" i="0">
                <a:solidFill>
                  <a:srgbClr val="A52836"/>
                </a:solidFill>
                <a:latin typeface="Arial"/>
                <a:ea typeface="Arial"/>
                <a:cs typeface="Arial"/>
              </a:defRPr>
            </a:lvl7pPr>
            <a:lvl8pPr>
              <a:defRPr sz="1500" b="0" i="0">
                <a:solidFill>
                  <a:srgbClr val="A52836"/>
                </a:solidFill>
                <a:latin typeface="Arial"/>
                <a:ea typeface="Arial"/>
                <a:cs typeface="Arial"/>
              </a:defRPr>
            </a:lvl8pPr>
            <a:lvl9pPr>
              <a:defRPr sz="1500" b="0" i="0">
                <a:solidFill>
                  <a:srgbClr val="A52836"/>
                </a:solidFill>
                <a:latin typeface="Arial"/>
                <a:ea typeface="Arial"/>
                <a:cs typeface="Arial"/>
              </a:defRPr>
            </a:lvl9pPr>
          </a:lstStyle>
          <a:p xmlns:a="http://schemas.openxmlformats.org/drawingml/2006/main">
            <a:pPr>
              <a:defRPr sz="1500" b="0" i="0">
                <a:solidFill>
                  <a:srgbClr val="A52836"/>
                </a:solidFill>
                <a:latin typeface="Arial"/>
                <a:ea typeface="Arial"/>
                <a:cs typeface="Arial"/>
              </a:defRPr>
            </a:pPr>
            <a:r>
              <a:rPr sz="1500" b="0" i="0">
                <a:solidFill>
                  <a:srgbClr val="A52836"/>
                </a:solidFill>
                <a:latin typeface="Arial"/>
                <a:ea typeface="Arial"/>
                <a:cs typeface="Arial"/>
              </a:rPr>
              <a:t>For beginners, astronomy clubs and amateur astrophotographers</a:t>
            </a:r>
          </a:p>
        </p:txBody>
      </p:sp>
    </p:spTree>
    <p:extLst>
      <p:ext uri="{BB962C8B-B14F-4D97-AF65-F5344CB8AC3E}">
        <p14:creationId xmlns:p14="http://schemas.microsoft.com/office/powerpoint/2010/main" val="2142909270"/>
      </p:ext>
    </p:extLst>
  </p:cSld>
</p:sld>
</file>

<file path=ppt/slides/slide3.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pic>
        <p:nvPicPr>
          <p:cNvPr id="22" name="">
            <a:extLst xmlns:a="http://schemas.openxmlformats.org/drawingml/2006/main">
              <a:ext uri="{FF2B5EF4-FFF2-40B4-BE49-F238E27FC236}">
                <a16:creationId xmlns:a16="http://schemas.microsoft.com/office/drawing/2014/main" id="{234555FC-8B92-4B97-B0C7-62067FF34F47}"/>
              </a:ext>
            </a:extLst>
          </p:cNvPr>
          <p:cNvPicPr>
            <a:picLocks xmlns:a="http://schemas.openxmlformats.org/drawingml/2006/main" noChangeAspect="1"/>
          </p:cNvPicPr>
          <p:nvPr/>
        </p:nvPicPr>
        <p:blipFill>
          <a:blip xmlns:r="http://schemas.openxmlformats.org/officeDocument/2006/relationships" xmlns:a="http://schemas.openxmlformats.org/drawingml/2006/main" r:embed="Rf56ee96a08bc490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xt-22">
            <a:extLst xmlns:a="http://schemas.openxmlformats.org/drawingml/2006/main">
              <a:ext uri="{FF2B5EF4-FFF2-40B4-BE49-F238E27FC236}">
                <a16:creationId xmlns:a16="http://schemas.microsoft.com/office/drawing/2014/main" id="{B641C41C-38F8-4513-9554-4E964B4576F4}"/>
              </a:ext>
            </a:extLst>
          </p:cNvPr>
          <p:cNvSpPr>
            <a:spLocks xmlns:a="http://schemas.openxmlformats.org/drawingml/2006/main" noGrp="1"/>
          </p:cNvSpPr>
          <p:nvPr/>
        </p:nvSpPr>
        <p:spPr>
          <a:xfrm xmlns:a="http://schemas.openxmlformats.org/drawingml/2006/main">
            <a:off x="762000" y="628650"/>
            <a:ext cx="9239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0" i="0">
                <a:solidFill>
                  <a:srgbClr val="A52836"/>
                </a:solidFill>
                <a:latin typeface="Georgia"/>
                <a:ea typeface="Georgia"/>
                <a:cs typeface="Georgia"/>
              </a:defRPr>
            </a:defPPr>
            <a:lvl1pPr>
              <a:defRPr sz="3300" b="0" i="0">
                <a:solidFill>
                  <a:srgbClr val="A52836"/>
                </a:solidFill>
                <a:latin typeface="Georgia"/>
                <a:ea typeface="Georgia"/>
                <a:cs typeface="Georgia"/>
              </a:defRPr>
            </a:lvl1pPr>
            <a:lvl2pPr>
              <a:defRPr sz="3300" b="0" i="0">
                <a:solidFill>
                  <a:srgbClr val="A52836"/>
                </a:solidFill>
                <a:latin typeface="Georgia"/>
                <a:ea typeface="Georgia"/>
                <a:cs typeface="Georgia"/>
              </a:defRPr>
            </a:lvl2pPr>
            <a:lvl3pPr>
              <a:defRPr sz="3300" b="0" i="0">
                <a:solidFill>
                  <a:srgbClr val="A52836"/>
                </a:solidFill>
                <a:latin typeface="Georgia"/>
                <a:ea typeface="Georgia"/>
                <a:cs typeface="Georgia"/>
              </a:defRPr>
            </a:lvl3pPr>
            <a:lvl4pPr>
              <a:defRPr sz="3300" b="0" i="0">
                <a:solidFill>
                  <a:srgbClr val="A52836"/>
                </a:solidFill>
                <a:latin typeface="Georgia"/>
                <a:ea typeface="Georgia"/>
                <a:cs typeface="Georgia"/>
              </a:defRPr>
            </a:lvl4pPr>
            <a:lvl5pPr>
              <a:defRPr sz="3300" b="0" i="0">
                <a:solidFill>
                  <a:srgbClr val="A52836"/>
                </a:solidFill>
                <a:latin typeface="Georgia"/>
                <a:ea typeface="Georgia"/>
                <a:cs typeface="Georgia"/>
              </a:defRPr>
            </a:lvl5pPr>
            <a:lvl6pPr>
              <a:defRPr sz="3300" b="0" i="0">
                <a:solidFill>
                  <a:srgbClr val="A52836"/>
                </a:solidFill>
                <a:latin typeface="Georgia"/>
                <a:ea typeface="Georgia"/>
                <a:cs typeface="Georgia"/>
              </a:defRPr>
            </a:lvl6pPr>
            <a:lvl7pPr>
              <a:defRPr sz="3300" b="0" i="0">
                <a:solidFill>
                  <a:srgbClr val="A52836"/>
                </a:solidFill>
                <a:latin typeface="Georgia"/>
                <a:ea typeface="Georgia"/>
                <a:cs typeface="Georgia"/>
              </a:defRPr>
            </a:lvl7pPr>
            <a:lvl8pPr>
              <a:defRPr sz="3300" b="0" i="0">
                <a:solidFill>
                  <a:srgbClr val="A52836"/>
                </a:solidFill>
                <a:latin typeface="Georgia"/>
                <a:ea typeface="Georgia"/>
                <a:cs typeface="Georgia"/>
              </a:defRPr>
            </a:lvl8pPr>
            <a:lvl9pPr>
              <a:defRPr sz="3300" b="0" i="0">
                <a:solidFill>
                  <a:srgbClr val="A52836"/>
                </a:solidFill>
                <a:latin typeface="Georgia"/>
                <a:ea typeface="Georgia"/>
                <a:cs typeface="Georgia"/>
              </a:defRPr>
            </a:lvl9pPr>
          </a:lstStyle>
          <a:p xmlns:a="http://schemas.openxmlformats.org/drawingml/2006/main">
            <a:pPr>
              <a:defRPr sz="3300" b="0" i="0">
                <a:solidFill>
                  <a:srgbClr val="A52836"/>
                </a:solidFill>
                <a:latin typeface="Georgia"/>
                <a:ea typeface="Georgia"/>
                <a:cs typeface="Georgia"/>
              </a:defRPr>
            </a:pPr>
            <a:r>
              <a:rPr sz="3300" b="0" i="0">
                <a:solidFill>
                  <a:srgbClr val="A52836"/>
                </a:solidFill>
                <a:latin typeface="Georgia"/>
                <a:ea typeface="Georgia"/>
                <a:cs typeface="Georgia"/>
              </a:rPr>
              <a:t>Our solution</a:t>
            </a:r>
          </a:p>
        </p:txBody>
      </p:sp>
      <p:sp>
        <p:nvSpPr>
          <p:cNvPr id="3" name="text-23">
            <a:extLst xmlns:a="http://schemas.openxmlformats.org/drawingml/2006/main">
              <a:ext uri="{FF2B5EF4-FFF2-40B4-BE49-F238E27FC236}">
                <a16:creationId xmlns:a16="http://schemas.microsoft.com/office/drawing/2014/main" id="{E755C76E-10C1-4125-B09A-9AEAA664B2BE}"/>
              </a:ext>
            </a:extLst>
          </p:cNvPr>
          <p:cNvSpPr>
            <a:spLocks xmlns:a="http://schemas.openxmlformats.org/drawingml/2006/main" noGrp="1"/>
          </p:cNvSpPr>
          <p:nvPr/>
        </p:nvSpPr>
        <p:spPr>
          <a:xfrm xmlns:a="http://schemas.openxmlformats.org/drawingml/2006/main">
            <a:off x="762000" y="6419850"/>
            <a:ext cx="523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i="0">
                <a:solidFill>
                  <a:srgbClr val="77716A"/>
                </a:solidFill>
                <a:latin typeface="Arial"/>
                <a:ea typeface="Arial"/>
                <a:cs typeface="Arial"/>
              </a:defRPr>
            </a:defPPr>
            <a:lvl1pPr>
              <a:defRPr sz="1125" b="0" i="0">
                <a:solidFill>
                  <a:srgbClr val="77716A"/>
                </a:solidFill>
                <a:latin typeface="Arial"/>
                <a:ea typeface="Arial"/>
                <a:cs typeface="Arial"/>
              </a:defRPr>
            </a:lvl1pPr>
            <a:lvl2pPr>
              <a:defRPr sz="1125" b="0" i="0">
                <a:solidFill>
                  <a:srgbClr val="77716A"/>
                </a:solidFill>
                <a:latin typeface="Arial"/>
                <a:ea typeface="Arial"/>
                <a:cs typeface="Arial"/>
              </a:defRPr>
            </a:lvl2pPr>
            <a:lvl3pPr>
              <a:defRPr sz="1125" b="0" i="0">
                <a:solidFill>
                  <a:srgbClr val="77716A"/>
                </a:solidFill>
                <a:latin typeface="Arial"/>
                <a:ea typeface="Arial"/>
                <a:cs typeface="Arial"/>
              </a:defRPr>
            </a:lvl3pPr>
            <a:lvl4pPr>
              <a:defRPr sz="1125" b="0" i="0">
                <a:solidFill>
                  <a:srgbClr val="77716A"/>
                </a:solidFill>
                <a:latin typeface="Arial"/>
                <a:ea typeface="Arial"/>
                <a:cs typeface="Arial"/>
              </a:defRPr>
            </a:lvl4pPr>
            <a:lvl5pPr>
              <a:defRPr sz="1125" b="0" i="0">
                <a:solidFill>
                  <a:srgbClr val="77716A"/>
                </a:solidFill>
                <a:latin typeface="Arial"/>
                <a:ea typeface="Arial"/>
                <a:cs typeface="Arial"/>
              </a:defRPr>
            </a:lvl5pPr>
            <a:lvl6pPr>
              <a:defRPr sz="1125" b="0" i="0">
                <a:solidFill>
                  <a:srgbClr val="77716A"/>
                </a:solidFill>
                <a:latin typeface="Arial"/>
                <a:ea typeface="Arial"/>
                <a:cs typeface="Arial"/>
              </a:defRPr>
            </a:lvl6pPr>
            <a:lvl7pPr>
              <a:defRPr sz="1125" b="0" i="0">
                <a:solidFill>
                  <a:srgbClr val="77716A"/>
                </a:solidFill>
                <a:latin typeface="Arial"/>
                <a:ea typeface="Arial"/>
                <a:cs typeface="Arial"/>
              </a:defRPr>
            </a:lvl7pPr>
            <a:lvl8pPr>
              <a:defRPr sz="1125" b="0" i="0">
                <a:solidFill>
                  <a:srgbClr val="77716A"/>
                </a:solidFill>
                <a:latin typeface="Arial"/>
                <a:ea typeface="Arial"/>
                <a:cs typeface="Arial"/>
              </a:defRPr>
            </a:lvl8pPr>
            <a:lvl9pPr>
              <a:defRPr sz="1125" b="0" i="0">
                <a:solidFill>
                  <a:srgbClr val="77716A"/>
                </a:solidFill>
                <a:latin typeface="Arial"/>
                <a:ea typeface="Arial"/>
                <a:cs typeface="Arial"/>
              </a:defRPr>
            </a:lvl9pPr>
          </a:lstStyle>
          <a:p xmlns:a="http://schemas.openxmlformats.org/drawingml/2006/main">
            <a:pPr>
              <a:defRPr sz="1125" b="0" i="0">
                <a:solidFill>
                  <a:srgbClr val="77716A"/>
                </a:solidFill>
                <a:latin typeface="Arial"/>
                <a:ea typeface="Arial"/>
                <a:cs typeface="Arial"/>
              </a:defRPr>
            </a:pPr>
            <a:r>
              <a:rPr sz="1125" b="0" i="0">
                <a:solidFill>
                  <a:srgbClr val="77716A"/>
                </a:solidFill>
                <a:latin typeface="Arial"/>
                <a:ea typeface="Arial"/>
                <a:cs typeface="Arial"/>
              </a:rPr>
              <a:t>TSUKUYOMI WATCH     /     03 OF 08</a:t>
            </a:r>
          </a:p>
        </p:txBody>
      </p:sp>
      <p:sp>
        <p:nvSpPr>
          <p:cNvPr id="4" name="text-24">
            <a:extLst xmlns:a="http://schemas.openxmlformats.org/drawingml/2006/main">
              <a:ext uri="{FF2B5EF4-FFF2-40B4-BE49-F238E27FC236}">
                <a16:creationId xmlns:a16="http://schemas.microsoft.com/office/drawing/2014/main" id="{0DE8F978-A3DF-44EB-B047-72F3415FF44E}"/>
              </a:ext>
            </a:extLst>
          </p:cNvPr>
          <p:cNvSpPr>
            <a:spLocks xmlns:a="http://schemas.openxmlformats.org/drawingml/2006/main" noGrp="1"/>
          </p:cNvSpPr>
          <p:nvPr/>
        </p:nvSpPr>
        <p:spPr>
          <a:xfrm xmlns:a="http://schemas.openxmlformats.org/drawingml/2006/main">
            <a:off x="762000" y="1695450"/>
            <a:ext cx="9906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0" i="0">
                <a:solidFill>
                  <a:srgbClr val="292B30"/>
                </a:solidFill>
                <a:latin typeface="Georgia"/>
                <a:ea typeface="Georgia"/>
                <a:cs typeface="Georgia"/>
              </a:defRPr>
            </a:defPPr>
            <a:lvl1pPr>
              <a:defRPr sz="3150" b="0" i="0">
                <a:solidFill>
                  <a:srgbClr val="292B30"/>
                </a:solidFill>
                <a:latin typeface="Georgia"/>
                <a:ea typeface="Georgia"/>
                <a:cs typeface="Georgia"/>
              </a:defRPr>
            </a:lvl1pPr>
            <a:lvl2pPr>
              <a:defRPr sz="3150" b="0" i="0">
                <a:solidFill>
                  <a:srgbClr val="292B30"/>
                </a:solidFill>
                <a:latin typeface="Georgia"/>
                <a:ea typeface="Georgia"/>
                <a:cs typeface="Georgia"/>
              </a:defRPr>
            </a:lvl2pPr>
            <a:lvl3pPr>
              <a:defRPr sz="3150" b="0" i="0">
                <a:solidFill>
                  <a:srgbClr val="292B30"/>
                </a:solidFill>
                <a:latin typeface="Georgia"/>
                <a:ea typeface="Georgia"/>
                <a:cs typeface="Georgia"/>
              </a:defRPr>
            </a:lvl3pPr>
            <a:lvl4pPr>
              <a:defRPr sz="3150" b="0" i="0">
                <a:solidFill>
                  <a:srgbClr val="292B30"/>
                </a:solidFill>
                <a:latin typeface="Georgia"/>
                <a:ea typeface="Georgia"/>
                <a:cs typeface="Georgia"/>
              </a:defRPr>
            </a:lvl4pPr>
            <a:lvl5pPr>
              <a:defRPr sz="3150" b="0" i="0">
                <a:solidFill>
                  <a:srgbClr val="292B30"/>
                </a:solidFill>
                <a:latin typeface="Georgia"/>
                <a:ea typeface="Georgia"/>
                <a:cs typeface="Georgia"/>
              </a:defRPr>
            </a:lvl5pPr>
            <a:lvl6pPr>
              <a:defRPr sz="3150" b="0" i="0">
                <a:solidFill>
                  <a:srgbClr val="292B30"/>
                </a:solidFill>
                <a:latin typeface="Georgia"/>
                <a:ea typeface="Georgia"/>
                <a:cs typeface="Georgia"/>
              </a:defRPr>
            </a:lvl6pPr>
            <a:lvl7pPr>
              <a:defRPr sz="3150" b="0" i="0">
                <a:solidFill>
                  <a:srgbClr val="292B30"/>
                </a:solidFill>
                <a:latin typeface="Georgia"/>
                <a:ea typeface="Georgia"/>
                <a:cs typeface="Georgia"/>
              </a:defRPr>
            </a:lvl7pPr>
            <a:lvl8pPr>
              <a:defRPr sz="3150" b="0" i="0">
                <a:solidFill>
                  <a:srgbClr val="292B30"/>
                </a:solidFill>
                <a:latin typeface="Georgia"/>
                <a:ea typeface="Georgia"/>
                <a:cs typeface="Georgia"/>
              </a:defRPr>
            </a:lvl8pPr>
            <a:lvl9pPr>
              <a:defRPr sz="3150" b="0" i="0">
                <a:solidFill>
                  <a:srgbClr val="292B30"/>
                </a:solidFill>
                <a:latin typeface="Georgia"/>
                <a:ea typeface="Georgia"/>
                <a:cs typeface="Georgia"/>
              </a:defRPr>
            </a:lvl9pPr>
          </a:lstStyle>
          <a:p xmlns:a="http://schemas.openxmlformats.org/drawingml/2006/main">
            <a:pPr>
              <a:defRPr sz="3150" b="0" i="0">
                <a:solidFill>
                  <a:srgbClr val="292B30"/>
                </a:solidFill>
                <a:latin typeface="Georgia"/>
                <a:ea typeface="Georgia"/>
                <a:cs typeface="Georgia"/>
              </a:defRPr>
            </a:pPr>
            <a:r>
              <a:rPr sz="3150" b="0" i="0">
                <a:solidFill>
                  <a:srgbClr val="292B30"/>
                </a:solidFill>
                <a:latin typeface="Georgia"/>
                <a:ea typeface="Georgia"/>
                <a:cs typeface="Georgia"/>
              </a:rPr>
              <a:t>One journey through tonight’s sky</a:t>
            </a:r>
          </a:p>
        </p:txBody>
      </p:sp>
      <p:sp>
        <p:nvSpPr>
          <p:cNvPr id="5" name="text-25">
            <a:extLst xmlns:a="http://schemas.openxmlformats.org/drawingml/2006/main">
              <a:ext uri="{FF2B5EF4-FFF2-40B4-BE49-F238E27FC236}">
                <a16:creationId xmlns:a16="http://schemas.microsoft.com/office/drawing/2014/main" id="{F9C3C6ED-EC31-42FC-90F8-CA5132848B83}"/>
              </a:ext>
            </a:extLst>
          </p:cNvPr>
          <p:cNvSpPr>
            <a:spLocks xmlns:a="http://schemas.openxmlformats.org/drawingml/2006/main" noGrp="1"/>
          </p:cNvSpPr>
          <p:nvPr/>
        </p:nvSpPr>
        <p:spPr>
          <a:xfrm xmlns:a="http://schemas.openxmlformats.org/drawingml/2006/main">
            <a:off x="781050" y="2514600"/>
            <a:ext cx="9620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i="0">
                <a:solidFill>
                  <a:srgbClr val="5E5C5B"/>
                </a:solidFill>
                <a:latin typeface="Arial"/>
                <a:ea typeface="Arial"/>
                <a:cs typeface="Arial"/>
              </a:defRPr>
            </a:defPPr>
            <a:lvl1pPr>
              <a:defRPr sz="2025" b="0" i="0">
                <a:solidFill>
                  <a:srgbClr val="5E5C5B"/>
                </a:solidFill>
                <a:latin typeface="Arial"/>
                <a:ea typeface="Arial"/>
                <a:cs typeface="Arial"/>
              </a:defRPr>
            </a:lvl1pPr>
            <a:lvl2pPr>
              <a:defRPr sz="2025" b="0" i="0">
                <a:solidFill>
                  <a:srgbClr val="5E5C5B"/>
                </a:solidFill>
                <a:latin typeface="Arial"/>
                <a:ea typeface="Arial"/>
                <a:cs typeface="Arial"/>
              </a:defRPr>
            </a:lvl2pPr>
            <a:lvl3pPr>
              <a:defRPr sz="2025" b="0" i="0">
                <a:solidFill>
                  <a:srgbClr val="5E5C5B"/>
                </a:solidFill>
                <a:latin typeface="Arial"/>
                <a:ea typeface="Arial"/>
                <a:cs typeface="Arial"/>
              </a:defRPr>
            </a:lvl3pPr>
            <a:lvl4pPr>
              <a:defRPr sz="2025" b="0" i="0">
                <a:solidFill>
                  <a:srgbClr val="5E5C5B"/>
                </a:solidFill>
                <a:latin typeface="Arial"/>
                <a:ea typeface="Arial"/>
                <a:cs typeface="Arial"/>
              </a:defRPr>
            </a:lvl4pPr>
            <a:lvl5pPr>
              <a:defRPr sz="2025" b="0" i="0">
                <a:solidFill>
                  <a:srgbClr val="5E5C5B"/>
                </a:solidFill>
                <a:latin typeface="Arial"/>
                <a:ea typeface="Arial"/>
                <a:cs typeface="Arial"/>
              </a:defRPr>
            </a:lvl5pPr>
            <a:lvl6pPr>
              <a:defRPr sz="2025" b="0" i="0">
                <a:solidFill>
                  <a:srgbClr val="5E5C5B"/>
                </a:solidFill>
                <a:latin typeface="Arial"/>
                <a:ea typeface="Arial"/>
                <a:cs typeface="Arial"/>
              </a:defRPr>
            </a:lvl6pPr>
            <a:lvl7pPr>
              <a:defRPr sz="2025" b="0" i="0">
                <a:solidFill>
                  <a:srgbClr val="5E5C5B"/>
                </a:solidFill>
                <a:latin typeface="Arial"/>
                <a:ea typeface="Arial"/>
                <a:cs typeface="Arial"/>
              </a:defRPr>
            </a:lvl7pPr>
            <a:lvl8pPr>
              <a:defRPr sz="2025" b="0" i="0">
                <a:solidFill>
                  <a:srgbClr val="5E5C5B"/>
                </a:solidFill>
                <a:latin typeface="Arial"/>
                <a:ea typeface="Arial"/>
                <a:cs typeface="Arial"/>
              </a:defRPr>
            </a:lvl8pPr>
            <a:lvl9pPr>
              <a:defRPr sz="2025" b="0" i="0">
                <a:solidFill>
                  <a:srgbClr val="5E5C5B"/>
                </a:solidFill>
                <a:latin typeface="Arial"/>
                <a:ea typeface="Arial"/>
                <a:cs typeface="Arial"/>
              </a:defRPr>
            </a:lvl9pPr>
          </a:lstStyle>
          <a:p xmlns:a="http://schemas.openxmlformats.org/drawingml/2006/main">
            <a:pPr>
              <a:defRPr sz="2025" b="0" i="0">
                <a:solidFill>
                  <a:srgbClr val="5E5C5B"/>
                </a:solidFill>
                <a:latin typeface="Arial"/>
                <a:ea typeface="Arial"/>
                <a:cs typeface="Arial"/>
              </a:defRPr>
            </a:pPr>
            <a:r>
              <a:rPr sz="2025" b="0" i="0">
                <a:solidFill>
                  <a:srgbClr val="5E5C5B"/>
                </a:solidFill>
                <a:latin typeface="Arial"/>
                <a:ea typeface="Arial"/>
                <a:cs typeface="Arial"/>
              </a:rPr>
              <a:t>Tsukuyomi Watch connects your location and observing time</a:t>
            </a:r>
          </a:p>
          <a:p xmlns:a="http://schemas.openxmlformats.org/drawingml/2006/main">
            <a:pPr>
              <a:defRPr sz="2025" b="0" i="0">
                <a:solidFill>
                  <a:srgbClr val="5E5C5B"/>
                </a:solidFill>
                <a:latin typeface="Arial"/>
                <a:ea typeface="Arial"/>
                <a:cs typeface="Arial"/>
              </a:defRPr>
            </a:pPr>
            <a:r>
              <a:rPr sz="2025" b="0" i="0">
                <a:solidFill>
                  <a:srgbClr val="5E5C5B"/>
                </a:solidFill>
                <a:latin typeface="Arial"/>
                <a:ea typeface="Arial"/>
                <a:cs typeface="Arial"/>
              </a:rPr>
              <a:t>with the events you can see and the images you capture.</a:t>
            </a:r>
          </a:p>
        </p:txBody>
      </p:sp>
      <p:sp>
        <p:nvSpPr>
          <p:cNvPr id="6" name="text-26">
            <a:extLst xmlns:a="http://schemas.openxmlformats.org/drawingml/2006/main">
              <a:ext uri="{FF2B5EF4-FFF2-40B4-BE49-F238E27FC236}">
                <a16:creationId xmlns:a16="http://schemas.microsoft.com/office/drawing/2014/main" id="{C7753399-7254-4AB9-8517-FE5ADFC99AD0}"/>
              </a:ext>
            </a:extLst>
          </p:cNvPr>
          <p:cNvSpPr>
            <a:spLocks xmlns:a="http://schemas.openxmlformats.org/drawingml/2006/main" noGrp="1"/>
          </p:cNvSpPr>
          <p:nvPr/>
        </p:nvSpPr>
        <p:spPr>
          <a:xfrm xmlns:a="http://schemas.openxmlformats.org/drawingml/2006/main">
            <a:off x="781050" y="3514725"/>
            <a:ext cx="762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0" i="0">
                <a:solidFill>
                  <a:srgbClr val="A52836"/>
                </a:solidFill>
                <a:latin typeface="Georgia"/>
                <a:ea typeface="Georgia"/>
                <a:cs typeface="Georgia"/>
              </a:defRPr>
            </a:defPPr>
            <a:lvl1pPr>
              <a:defRPr sz="3075" b="0" i="0">
                <a:solidFill>
                  <a:srgbClr val="A52836"/>
                </a:solidFill>
                <a:latin typeface="Georgia"/>
                <a:ea typeface="Georgia"/>
                <a:cs typeface="Georgia"/>
              </a:defRPr>
            </a:lvl1pPr>
            <a:lvl2pPr>
              <a:defRPr sz="3075" b="0" i="0">
                <a:solidFill>
                  <a:srgbClr val="A52836"/>
                </a:solidFill>
                <a:latin typeface="Georgia"/>
                <a:ea typeface="Georgia"/>
                <a:cs typeface="Georgia"/>
              </a:defRPr>
            </a:lvl2pPr>
            <a:lvl3pPr>
              <a:defRPr sz="3075" b="0" i="0">
                <a:solidFill>
                  <a:srgbClr val="A52836"/>
                </a:solidFill>
                <a:latin typeface="Georgia"/>
                <a:ea typeface="Georgia"/>
                <a:cs typeface="Georgia"/>
              </a:defRPr>
            </a:lvl3pPr>
            <a:lvl4pPr>
              <a:defRPr sz="3075" b="0" i="0">
                <a:solidFill>
                  <a:srgbClr val="A52836"/>
                </a:solidFill>
                <a:latin typeface="Georgia"/>
                <a:ea typeface="Georgia"/>
                <a:cs typeface="Georgia"/>
              </a:defRPr>
            </a:lvl4pPr>
            <a:lvl5pPr>
              <a:defRPr sz="3075" b="0" i="0">
                <a:solidFill>
                  <a:srgbClr val="A52836"/>
                </a:solidFill>
                <a:latin typeface="Georgia"/>
                <a:ea typeface="Georgia"/>
                <a:cs typeface="Georgia"/>
              </a:defRPr>
            </a:lvl5pPr>
            <a:lvl6pPr>
              <a:defRPr sz="3075" b="0" i="0">
                <a:solidFill>
                  <a:srgbClr val="A52836"/>
                </a:solidFill>
                <a:latin typeface="Georgia"/>
                <a:ea typeface="Georgia"/>
                <a:cs typeface="Georgia"/>
              </a:defRPr>
            </a:lvl6pPr>
            <a:lvl7pPr>
              <a:defRPr sz="3075" b="0" i="0">
                <a:solidFill>
                  <a:srgbClr val="A52836"/>
                </a:solidFill>
                <a:latin typeface="Georgia"/>
                <a:ea typeface="Georgia"/>
                <a:cs typeface="Georgia"/>
              </a:defRPr>
            </a:lvl7pPr>
            <a:lvl8pPr>
              <a:defRPr sz="3075" b="0" i="0">
                <a:solidFill>
                  <a:srgbClr val="A52836"/>
                </a:solidFill>
                <a:latin typeface="Georgia"/>
                <a:ea typeface="Georgia"/>
                <a:cs typeface="Georgia"/>
              </a:defRPr>
            </a:lvl8pPr>
            <a:lvl9pPr>
              <a:defRPr sz="3075" b="0" i="0">
                <a:solidFill>
                  <a:srgbClr val="A52836"/>
                </a:solidFill>
                <a:latin typeface="Georgia"/>
                <a:ea typeface="Georgia"/>
                <a:cs typeface="Georgia"/>
              </a:defRPr>
            </a:lvl9pPr>
          </a:lstStyle>
          <a:p xmlns:a="http://schemas.openxmlformats.org/drawingml/2006/main">
            <a:pPr>
              <a:defRPr sz="3075" b="0" i="0">
                <a:solidFill>
                  <a:srgbClr val="A52836"/>
                </a:solidFill>
                <a:latin typeface="Georgia"/>
                <a:ea typeface="Georgia"/>
                <a:cs typeface="Georgia"/>
              </a:defRPr>
            </a:pPr>
            <a:r>
              <a:rPr sz="3075" b="0" i="0">
                <a:solidFill>
                  <a:srgbClr val="A52836"/>
                </a:solidFill>
                <a:latin typeface="Georgia"/>
                <a:ea typeface="Georgia"/>
                <a:cs typeface="Georgia"/>
              </a:rPr>
              <a:t>01</a:t>
            </a:r>
          </a:p>
        </p:txBody>
      </p:sp>
      <p:sp>
        <p:nvSpPr>
          <p:cNvPr id="7" name="text-27">
            <a:extLst xmlns:a="http://schemas.openxmlformats.org/drawingml/2006/main">
              <a:ext uri="{FF2B5EF4-FFF2-40B4-BE49-F238E27FC236}">
                <a16:creationId xmlns:a16="http://schemas.microsoft.com/office/drawing/2014/main" id="{63762620-C609-4F69-8F05-1CA6B6E5FC5A}"/>
              </a:ext>
            </a:extLst>
          </p:cNvPr>
          <p:cNvSpPr>
            <a:spLocks xmlns:a="http://schemas.openxmlformats.org/drawingml/2006/main" noGrp="1"/>
          </p:cNvSpPr>
          <p:nvPr/>
        </p:nvSpPr>
        <p:spPr>
          <a:xfrm xmlns:a="http://schemas.openxmlformats.org/drawingml/2006/main">
            <a:off x="781050" y="4124325"/>
            <a:ext cx="2524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i="0">
                <a:solidFill>
                  <a:srgbClr val="292B30"/>
                </a:solidFill>
                <a:latin typeface="Arial"/>
                <a:ea typeface="Arial"/>
                <a:cs typeface="Arial"/>
              </a:defRPr>
            </a:defPPr>
            <a:lvl1pPr>
              <a:defRPr sz="1875" b="1" i="0">
                <a:solidFill>
                  <a:srgbClr val="292B30"/>
                </a:solidFill>
                <a:latin typeface="Arial"/>
                <a:ea typeface="Arial"/>
                <a:cs typeface="Arial"/>
              </a:defRPr>
            </a:lvl1pPr>
            <a:lvl2pPr>
              <a:defRPr sz="1875" b="1" i="0">
                <a:solidFill>
                  <a:srgbClr val="292B30"/>
                </a:solidFill>
                <a:latin typeface="Arial"/>
                <a:ea typeface="Arial"/>
                <a:cs typeface="Arial"/>
              </a:defRPr>
            </a:lvl2pPr>
            <a:lvl3pPr>
              <a:defRPr sz="1875" b="1" i="0">
                <a:solidFill>
                  <a:srgbClr val="292B30"/>
                </a:solidFill>
                <a:latin typeface="Arial"/>
                <a:ea typeface="Arial"/>
                <a:cs typeface="Arial"/>
              </a:defRPr>
            </a:lvl3pPr>
            <a:lvl4pPr>
              <a:defRPr sz="1875" b="1" i="0">
                <a:solidFill>
                  <a:srgbClr val="292B30"/>
                </a:solidFill>
                <a:latin typeface="Arial"/>
                <a:ea typeface="Arial"/>
                <a:cs typeface="Arial"/>
              </a:defRPr>
            </a:lvl4pPr>
            <a:lvl5pPr>
              <a:defRPr sz="1875" b="1" i="0">
                <a:solidFill>
                  <a:srgbClr val="292B30"/>
                </a:solidFill>
                <a:latin typeface="Arial"/>
                <a:ea typeface="Arial"/>
                <a:cs typeface="Arial"/>
              </a:defRPr>
            </a:lvl5pPr>
            <a:lvl6pPr>
              <a:defRPr sz="1875" b="1" i="0">
                <a:solidFill>
                  <a:srgbClr val="292B30"/>
                </a:solidFill>
                <a:latin typeface="Arial"/>
                <a:ea typeface="Arial"/>
                <a:cs typeface="Arial"/>
              </a:defRPr>
            </a:lvl6pPr>
            <a:lvl7pPr>
              <a:defRPr sz="1875" b="1" i="0">
                <a:solidFill>
                  <a:srgbClr val="292B30"/>
                </a:solidFill>
                <a:latin typeface="Arial"/>
                <a:ea typeface="Arial"/>
                <a:cs typeface="Arial"/>
              </a:defRPr>
            </a:lvl7pPr>
            <a:lvl8pPr>
              <a:defRPr sz="1875" b="1" i="0">
                <a:solidFill>
                  <a:srgbClr val="292B30"/>
                </a:solidFill>
                <a:latin typeface="Arial"/>
                <a:ea typeface="Arial"/>
                <a:cs typeface="Arial"/>
              </a:defRPr>
            </a:lvl8pPr>
            <a:lvl9pPr>
              <a:defRPr sz="1875" b="1" i="0">
                <a:solidFill>
                  <a:srgbClr val="292B30"/>
                </a:solidFill>
                <a:latin typeface="Arial"/>
                <a:ea typeface="Arial"/>
                <a:cs typeface="Arial"/>
              </a:defRPr>
            </a:lvl9pPr>
          </a:lstStyle>
          <a:p xmlns:a="http://schemas.openxmlformats.org/drawingml/2006/main">
            <a:pPr>
              <a:defRPr sz="1875" b="1" i="0">
                <a:solidFill>
                  <a:srgbClr val="292B30"/>
                </a:solidFill>
                <a:latin typeface="Arial"/>
                <a:ea typeface="Arial"/>
                <a:cs typeface="Arial"/>
              </a:defRPr>
            </a:pPr>
            <a:r>
              <a:rPr sz="1875" b="1" i="0">
                <a:solidFill>
                  <a:srgbClr val="292B30"/>
                </a:solidFill>
                <a:latin typeface="Arial"/>
                <a:ea typeface="Arial"/>
                <a:cs typeface="Arial"/>
              </a:rPr>
              <a:t>Find a spot</a:t>
            </a:r>
          </a:p>
        </p:txBody>
      </p:sp>
      <p:sp>
        <p:nvSpPr>
          <p:cNvPr id="8" name="text-28">
            <a:extLst xmlns:a="http://schemas.openxmlformats.org/drawingml/2006/main">
              <a:ext uri="{FF2B5EF4-FFF2-40B4-BE49-F238E27FC236}">
                <a16:creationId xmlns:a16="http://schemas.microsoft.com/office/drawing/2014/main" id="{47ECD136-6EBD-4205-8CB9-D54C35360CF4}"/>
              </a:ext>
            </a:extLst>
          </p:cNvPr>
          <p:cNvSpPr>
            <a:spLocks xmlns:a="http://schemas.openxmlformats.org/drawingml/2006/main" noGrp="1"/>
          </p:cNvSpPr>
          <p:nvPr/>
        </p:nvSpPr>
        <p:spPr>
          <a:xfrm xmlns:a="http://schemas.openxmlformats.org/drawingml/2006/main">
            <a:off x="781050" y="4543425"/>
            <a:ext cx="2495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i="1">
                <a:solidFill>
                  <a:srgbClr val="A52836"/>
                </a:solidFill>
                <a:latin typeface="Georgia"/>
                <a:ea typeface="Georgia"/>
                <a:cs typeface="Georgia"/>
              </a:defRPr>
            </a:defPPr>
            <a:lvl1pPr>
              <a:defRPr sz="1650" b="0" i="1">
                <a:solidFill>
                  <a:srgbClr val="A52836"/>
                </a:solidFill>
                <a:latin typeface="Georgia"/>
                <a:ea typeface="Georgia"/>
                <a:cs typeface="Georgia"/>
              </a:defRPr>
            </a:lvl1pPr>
            <a:lvl2pPr>
              <a:defRPr sz="1650" b="0" i="1">
                <a:solidFill>
                  <a:srgbClr val="A52836"/>
                </a:solidFill>
                <a:latin typeface="Georgia"/>
                <a:ea typeface="Georgia"/>
                <a:cs typeface="Georgia"/>
              </a:defRPr>
            </a:lvl2pPr>
            <a:lvl3pPr>
              <a:defRPr sz="1650" b="0" i="1">
                <a:solidFill>
                  <a:srgbClr val="A52836"/>
                </a:solidFill>
                <a:latin typeface="Georgia"/>
                <a:ea typeface="Georgia"/>
                <a:cs typeface="Georgia"/>
              </a:defRPr>
            </a:lvl3pPr>
            <a:lvl4pPr>
              <a:defRPr sz="1650" b="0" i="1">
                <a:solidFill>
                  <a:srgbClr val="A52836"/>
                </a:solidFill>
                <a:latin typeface="Georgia"/>
                <a:ea typeface="Georgia"/>
                <a:cs typeface="Georgia"/>
              </a:defRPr>
            </a:lvl4pPr>
            <a:lvl5pPr>
              <a:defRPr sz="1650" b="0" i="1">
                <a:solidFill>
                  <a:srgbClr val="A52836"/>
                </a:solidFill>
                <a:latin typeface="Georgia"/>
                <a:ea typeface="Georgia"/>
                <a:cs typeface="Georgia"/>
              </a:defRPr>
            </a:lvl5pPr>
            <a:lvl6pPr>
              <a:defRPr sz="1650" b="0" i="1">
                <a:solidFill>
                  <a:srgbClr val="A52836"/>
                </a:solidFill>
                <a:latin typeface="Georgia"/>
                <a:ea typeface="Georgia"/>
                <a:cs typeface="Georgia"/>
              </a:defRPr>
            </a:lvl6pPr>
            <a:lvl7pPr>
              <a:defRPr sz="1650" b="0" i="1">
                <a:solidFill>
                  <a:srgbClr val="A52836"/>
                </a:solidFill>
                <a:latin typeface="Georgia"/>
                <a:ea typeface="Georgia"/>
                <a:cs typeface="Georgia"/>
              </a:defRPr>
            </a:lvl7pPr>
            <a:lvl8pPr>
              <a:defRPr sz="1650" b="0" i="1">
                <a:solidFill>
                  <a:srgbClr val="A52836"/>
                </a:solidFill>
                <a:latin typeface="Georgia"/>
                <a:ea typeface="Georgia"/>
                <a:cs typeface="Georgia"/>
              </a:defRPr>
            </a:lvl8pPr>
            <a:lvl9pPr>
              <a:defRPr sz="1650" b="0" i="1">
                <a:solidFill>
                  <a:srgbClr val="A52836"/>
                </a:solidFill>
                <a:latin typeface="Georgia"/>
                <a:ea typeface="Georgia"/>
                <a:cs typeface="Georgia"/>
              </a:defRPr>
            </a:lvl9pPr>
          </a:lstStyle>
          <a:p xmlns:a="http://schemas.openxmlformats.org/drawingml/2006/main">
            <a:pPr>
              <a:defRPr sz="1650" b="0" i="1">
                <a:solidFill>
                  <a:srgbClr val="A52836"/>
                </a:solidFill>
                <a:latin typeface="Georgia"/>
                <a:ea typeface="Georgia"/>
                <a:cs typeface="Georgia"/>
              </a:defRPr>
            </a:pPr>
            <a:r>
              <a:rPr sz="1650" b="0" i="1">
                <a:solidFill>
                  <a:srgbClr val="A52836"/>
                </a:solidFill>
                <a:latin typeface="Georgia"/>
                <a:ea typeface="Georgia"/>
                <a:cs typeface="Georgia"/>
              </a:rPr>
              <a:t>Watchtower</a:t>
            </a:r>
          </a:p>
        </p:txBody>
      </p:sp>
      <p:sp>
        <p:nvSpPr>
          <p:cNvPr id="9" name="text-29">
            <a:extLst xmlns:a="http://schemas.openxmlformats.org/drawingml/2006/main">
              <a:ext uri="{FF2B5EF4-FFF2-40B4-BE49-F238E27FC236}">
                <a16:creationId xmlns:a16="http://schemas.microsoft.com/office/drawing/2014/main" id="{C97BE2E3-3971-4E14-963B-1A93167852C7}"/>
              </a:ext>
            </a:extLst>
          </p:cNvPr>
          <p:cNvSpPr>
            <a:spLocks xmlns:a="http://schemas.openxmlformats.org/drawingml/2006/main" noGrp="1"/>
          </p:cNvSpPr>
          <p:nvPr/>
        </p:nvSpPr>
        <p:spPr>
          <a:xfrm xmlns:a="http://schemas.openxmlformats.org/drawingml/2006/main">
            <a:off x="781050" y="4981575"/>
            <a:ext cx="2571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i="0">
                <a:solidFill>
                  <a:srgbClr val="5E5C5B"/>
                </a:solidFill>
                <a:latin typeface="Arial"/>
                <a:ea typeface="Arial"/>
                <a:cs typeface="Arial"/>
              </a:defRPr>
            </a:defPPr>
            <a:lvl1pPr>
              <a:defRPr sz="1725" b="0" i="0">
                <a:solidFill>
                  <a:srgbClr val="5E5C5B"/>
                </a:solidFill>
                <a:latin typeface="Arial"/>
                <a:ea typeface="Arial"/>
                <a:cs typeface="Arial"/>
              </a:defRPr>
            </a:lvl1pPr>
            <a:lvl2pPr>
              <a:defRPr sz="1725" b="0" i="0">
                <a:solidFill>
                  <a:srgbClr val="5E5C5B"/>
                </a:solidFill>
                <a:latin typeface="Arial"/>
                <a:ea typeface="Arial"/>
                <a:cs typeface="Arial"/>
              </a:defRPr>
            </a:lvl2pPr>
            <a:lvl3pPr>
              <a:defRPr sz="1725" b="0" i="0">
                <a:solidFill>
                  <a:srgbClr val="5E5C5B"/>
                </a:solidFill>
                <a:latin typeface="Arial"/>
                <a:ea typeface="Arial"/>
                <a:cs typeface="Arial"/>
              </a:defRPr>
            </a:lvl3pPr>
            <a:lvl4pPr>
              <a:defRPr sz="1725" b="0" i="0">
                <a:solidFill>
                  <a:srgbClr val="5E5C5B"/>
                </a:solidFill>
                <a:latin typeface="Arial"/>
                <a:ea typeface="Arial"/>
                <a:cs typeface="Arial"/>
              </a:defRPr>
            </a:lvl4pPr>
            <a:lvl5pPr>
              <a:defRPr sz="1725" b="0" i="0">
                <a:solidFill>
                  <a:srgbClr val="5E5C5B"/>
                </a:solidFill>
                <a:latin typeface="Arial"/>
                <a:ea typeface="Arial"/>
                <a:cs typeface="Arial"/>
              </a:defRPr>
            </a:lvl5pPr>
            <a:lvl6pPr>
              <a:defRPr sz="1725" b="0" i="0">
                <a:solidFill>
                  <a:srgbClr val="5E5C5B"/>
                </a:solidFill>
                <a:latin typeface="Arial"/>
                <a:ea typeface="Arial"/>
                <a:cs typeface="Arial"/>
              </a:defRPr>
            </a:lvl6pPr>
            <a:lvl7pPr>
              <a:defRPr sz="1725" b="0" i="0">
                <a:solidFill>
                  <a:srgbClr val="5E5C5B"/>
                </a:solidFill>
                <a:latin typeface="Arial"/>
                <a:ea typeface="Arial"/>
                <a:cs typeface="Arial"/>
              </a:defRPr>
            </a:lvl7pPr>
            <a:lvl8pPr>
              <a:defRPr sz="1725" b="0" i="0">
                <a:solidFill>
                  <a:srgbClr val="5E5C5B"/>
                </a:solidFill>
                <a:latin typeface="Arial"/>
                <a:ea typeface="Arial"/>
                <a:cs typeface="Arial"/>
              </a:defRPr>
            </a:lvl8pPr>
            <a:lvl9pPr>
              <a:defRPr sz="1725" b="0" i="0">
                <a:solidFill>
                  <a:srgbClr val="5E5C5B"/>
                </a:solidFill>
                <a:latin typeface="Arial"/>
                <a:ea typeface="Arial"/>
                <a:cs typeface="Arial"/>
              </a:defRPr>
            </a:lvl9pPr>
          </a:lstStyle>
          <a:p xmlns:a="http://schemas.openxmlformats.org/drawingml/2006/main">
            <a:pPr>
              <a:defRPr sz="1725" b="0" i="0">
                <a:solidFill>
                  <a:srgbClr val="5E5C5B"/>
                </a:solidFill>
                <a:latin typeface="Arial"/>
                <a:ea typeface="Arial"/>
                <a:cs typeface="Arial"/>
              </a:defRPr>
            </a:pPr>
            <a:r>
              <a:rPr sz="1725" b="0" i="0">
                <a:solidFill>
                  <a:srgbClr val="5E5C5B"/>
                </a:solidFill>
                <a:latin typeface="Arial"/>
                <a:ea typeface="Arial"/>
                <a:cs typeface="Arial"/>
              </a:rPr>
              <a:t>Rank nearby places by</a:t>
            </a:r>
          </a:p>
          <a:p xmlns:a="http://schemas.openxmlformats.org/drawingml/2006/main">
            <a:pPr>
              <a:defRPr sz="1725" b="0" i="0">
                <a:solidFill>
                  <a:srgbClr val="5E5C5B"/>
                </a:solidFill>
                <a:latin typeface="Arial"/>
                <a:ea typeface="Arial"/>
                <a:cs typeface="Arial"/>
              </a:defRPr>
            </a:pPr>
            <a:r>
              <a:rPr sz="1725" b="0" i="0">
                <a:solidFill>
                  <a:srgbClr val="5E5C5B"/>
                </a:solidFill>
                <a:latin typeface="Arial"/>
                <a:ea typeface="Arial"/>
                <a:cs typeface="Arial"/>
              </a:rPr>
              <a:t>conditions and darkness.</a:t>
            </a:r>
          </a:p>
        </p:txBody>
      </p:sp>
      <p:sp>
        <p:nvSpPr>
          <p:cNvPr id="10" name="text-30">
            <a:extLst xmlns:a="http://schemas.openxmlformats.org/drawingml/2006/main">
              <a:ext uri="{FF2B5EF4-FFF2-40B4-BE49-F238E27FC236}">
                <a16:creationId xmlns:a16="http://schemas.microsoft.com/office/drawing/2014/main" id="{5FC2640C-F836-4EC5-95B1-4F591EB538AF}"/>
              </a:ext>
            </a:extLst>
          </p:cNvPr>
          <p:cNvSpPr>
            <a:spLocks xmlns:a="http://schemas.openxmlformats.org/drawingml/2006/main" noGrp="1"/>
          </p:cNvSpPr>
          <p:nvPr/>
        </p:nvSpPr>
        <p:spPr>
          <a:xfrm xmlns:a="http://schemas.openxmlformats.org/drawingml/2006/main">
            <a:off x="3409950" y="3514725"/>
            <a:ext cx="762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0" i="0">
                <a:solidFill>
                  <a:srgbClr val="A52836"/>
                </a:solidFill>
                <a:latin typeface="Georgia"/>
                <a:ea typeface="Georgia"/>
                <a:cs typeface="Georgia"/>
              </a:defRPr>
            </a:defPPr>
            <a:lvl1pPr>
              <a:defRPr sz="3075" b="0" i="0">
                <a:solidFill>
                  <a:srgbClr val="A52836"/>
                </a:solidFill>
                <a:latin typeface="Georgia"/>
                <a:ea typeface="Georgia"/>
                <a:cs typeface="Georgia"/>
              </a:defRPr>
            </a:lvl1pPr>
            <a:lvl2pPr>
              <a:defRPr sz="3075" b="0" i="0">
                <a:solidFill>
                  <a:srgbClr val="A52836"/>
                </a:solidFill>
                <a:latin typeface="Georgia"/>
                <a:ea typeface="Georgia"/>
                <a:cs typeface="Georgia"/>
              </a:defRPr>
            </a:lvl2pPr>
            <a:lvl3pPr>
              <a:defRPr sz="3075" b="0" i="0">
                <a:solidFill>
                  <a:srgbClr val="A52836"/>
                </a:solidFill>
                <a:latin typeface="Georgia"/>
                <a:ea typeface="Georgia"/>
                <a:cs typeface="Georgia"/>
              </a:defRPr>
            </a:lvl3pPr>
            <a:lvl4pPr>
              <a:defRPr sz="3075" b="0" i="0">
                <a:solidFill>
                  <a:srgbClr val="A52836"/>
                </a:solidFill>
                <a:latin typeface="Georgia"/>
                <a:ea typeface="Georgia"/>
                <a:cs typeface="Georgia"/>
              </a:defRPr>
            </a:lvl4pPr>
            <a:lvl5pPr>
              <a:defRPr sz="3075" b="0" i="0">
                <a:solidFill>
                  <a:srgbClr val="A52836"/>
                </a:solidFill>
                <a:latin typeface="Georgia"/>
                <a:ea typeface="Georgia"/>
                <a:cs typeface="Georgia"/>
              </a:defRPr>
            </a:lvl5pPr>
            <a:lvl6pPr>
              <a:defRPr sz="3075" b="0" i="0">
                <a:solidFill>
                  <a:srgbClr val="A52836"/>
                </a:solidFill>
                <a:latin typeface="Georgia"/>
                <a:ea typeface="Georgia"/>
                <a:cs typeface="Georgia"/>
              </a:defRPr>
            </a:lvl6pPr>
            <a:lvl7pPr>
              <a:defRPr sz="3075" b="0" i="0">
                <a:solidFill>
                  <a:srgbClr val="A52836"/>
                </a:solidFill>
                <a:latin typeface="Georgia"/>
                <a:ea typeface="Georgia"/>
                <a:cs typeface="Georgia"/>
              </a:defRPr>
            </a:lvl7pPr>
            <a:lvl8pPr>
              <a:defRPr sz="3075" b="0" i="0">
                <a:solidFill>
                  <a:srgbClr val="A52836"/>
                </a:solidFill>
                <a:latin typeface="Georgia"/>
                <a:ea typeface="Georgia"/>
                <a:cs typeface="Georgia"/>
              </a:defRPr>
            </a:lvl8pPr>
            <a:lvl9pPr>
              <a:defRPr sz="3075" b="0" i="0">
                <a:solidFill>
                  <a:srgbClr val="A52836"/>
                </a:solidFill>
                <a:latin typeface="Georgia"/>
                <a:ea typeface="Georgia"/>
                <a:cs typeface="Georgia"/>
              </a:defRPr>
            </a:lvl9pPr>
          </a:lstStyle>
          <a:p xmlns:a="http://schemas.openxmlformats.org/drawingml/2006/main">
            <a:pPr>
              <a:defRPr sz="3075" b="0" i="0">
                <a:solidFill>
                  <a:srgbClr val="A52836"/>
                </a:solidFill>
                <a:latin typeface="Georgia"/>
                <a:ea typeface="Georgia"/>
                <a:cs typeface="Georgia"/>
              </a:defRPr>
            </a:pPr>
            <a:r>
              <a:rPr sz="3075" b="0" i="0">
                <a:solidFill>
                  <a:srgbClr val="A52836"/>
                </a:solidFill>
                <a:latin typeface="Georgia"/>
                <a:ea typeface="Georgia"/>
                <a:cs typeface="Georgia"/>
              </a:rPr>
              <a:t>02</a:t>
            </a:r>
          </a:p>
        </p:txBody>
      </p:sp>
      <p:sp>
        <p:nvSpPr>
          <p:cNvPr id="11" name="text-31">
            <a:extLst xmlns:a="http://schemas.openxmlformats.org/drawingml/2006/main">
              <a:ext uri="{FF2B5EF4-FFF2-40B4-BE49-F238E27FC236}">
                <a16:creationId xmlns:a16="http://schemas.microsoft.com/office/drawing/2014/main" id="{5BDF0CE2-8F98-4BB3-BF21-26D2EBDC72FC}"/>
              </a:ext>
            </a:extLst>
          </p:cNvPr>
          <p:cNvSpPr>
            <a:spLocks xmlns:a="http://schemas.openxmlformats.org/drawingml/2006/main" noGrp="1"/>
          </p:cNvSpPr>
          <p:nvPr/>
        </p:nvSpPr>
        <p:spPr>
          <a:xfrm xmlns:a="http://schemas.openxmlformats.org/drawingml/2006/main">
            <a:off x="3409950" y="4124325"/>
            <a:ext cx="2524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i="0">
                <a:solidFill>
                  <a:srgbClr val="292B30"/>
                </a:solidFill>
                <a:latin typeface="Arial"/>
                <a:ea typeface="Arial"/>
                <a:cs typeface="Arial"/>
              </a:defRPr>
            </a:defPPr>
            <a:lvl1pPr>
              <a:defRPr sz="1875" b="1" i="0">
                <a:solidFill>
                  <a:srgbClr val="292B30"/>
                </a:solidFill>
                <a:latin typeface="Arial"/>
                <a:ea typeface="Arial"/>
                <a:cs typeface="Arial"/>
              </a:defRPr>
            </a:lvl1pPr>
            <a:lvl2pPr>
              <a:defRPr sz="1875" b="1" i="0">
                <a:solidFill>
                  <a:srgbClr val="292B30"/>
                </a:solidFill>
                <a:latin typeface="Arial"/>
                <a:ea typeface="Arial"/>
                <a:cs typeface="Arial"/>
              </a:defRPr>
            </a:lvl2pPr>
            <a:lvl3pPr>
              <a:defRPr sz="1875" b="1" i="0">
                <a:solidFill>
                  <a:srgbClr val="292B30"/>
                </a:solidFill>
                <a:latin typeface="Arial"/>
                <a:ea typeface="Arial"/>
                <a:cs typeface="Arial"/>
              </a:defRPr>
            </a:lvl3pPr>
            <a:lvl4pPr>
              <a:defRPr sz="1875" b="1" i="0">
                <a:solidFill>
                  <a:srgbClr val="292B30"/>
                </a:solidFill>
                <a:latin typeface="Arial"/>
                <a:ea typeface="Arial"/>
                <a:cs typeface="Arial"/>
              </a:defRPr>
            </a:lvl4pPr>
            <a:lvl5pPr>
              <a:defRPr sz="1875" b="1" i="0">
                <a:solidFill>
                  <a:srgbClr val="292B30"/>
                </a:solidFill>
                <a:latin typeface="Arial"/>
                <a:ea typeface="Arial"/>
                <a:cs typeface="Arial"/>
              </a:defRPr>
            </a:lvl5pPr>
            <a:lvl6pPr>
              <a:defRPr sz="1875" b="1" i="0">
                <a:solidFill>
                  <a:srgbClr val="292B30"/>
                </a:solidFill>
                <a:latin typeface="Arial"/>
                <a:ea typeface="Arial"/>
                <a:cs typeface="Arial"/>
              </a:defRPr>
            </a:lvl6pPr>
            <a:lvl7pPr>
              <a:defRPr sz="1875" b="1" i="0">
                <a:solidFill>
                  <a:srgbClr val="292B30"/>
                </a:solidFill>
                <a:latin typeface="Arial"/>
                <a:ea typeface="Arial"/>
                <a:cs typeface="Arial"/>
              </a:defRPr>
            </a:lvl7pPr>
            <a:lvl8pPr>
              <a:defRPr sz="1875" b="1" i="0">
                <a:solidFill>
                  <a:srgbClr val="292B30"/>
                </a:solidFill>
                <a:latin typeface="Arial"/>
                <a:ea typeface="Arial"/>
                <a:cs typeface="Arial"/>
              </a:defRPr>
            </a:lvl8pPr>
            <a:lvl9pPr>
              <a:defRPr sz="1875" b="1" i="0">
                <a:solidFill>
                  <a:srgbClr val="292B30"/>
                </a:solidFill>
                <a:latin typeface="Arial"/>
                <a:ea typeface="Arial"/>
                <a:cs typeface="Arial"/>
              </a:defRPr>
            </a:lvl9pPr>
          </a:lstStyle>
          <a:p xmlns:a="http://schemas.openxmlformats.org/drawingml/2006/main">
            <a:pPr>
              <a:defRPr sz="1875" b="1" i="0">
                <a:solidFill>
                  <a:srgbClr val="292B30"/>
                </a:solidFill>
                <a:latin typeface="Arial"/>
                <a:ea typeface="Arial"/>
                <a:cs typeface="Arial"/>
              </a:defRPr>
            </a:pPr>
            <a:r>
              <a:rPr sz="1875" b="1" i="0">
                <a:solidFill>
                  <a:srgbClr val="292B30"/>
                </a:solidFill>
                <a:latin typeface="Arial"/>
                <a:ea typeface="Arial"/>
                <a:cs typeface="Arial"/>
              </a:rPr>
              <a:t>Choose a window</a:t>
            </a:r>
          </a:p>
        </p:txBody>
      </p:sp>
      <p:sp>
        <p:nvSpPr>
          <p:cNvPr id="12" name="text-32">
            <a:extLst xmlns:a="http://schemas.openxmlformats.org/drawingml/2006/main">
              <a:ext uri="{FF2B5EF4-FFF2-40B4-BE49-F238E27FC236}">
                <a16:creationId xmlns:a16="http://schemas.microsoft.com/office/drawing/2014/main" id="{DF0C0826-1652-4AEA-A6D8-B561E6EAFAD5}"/>
              </a:ext>
            </a:extLst>
          </p:cNvPr>
          <p:cNvSpPr>
            <a:spLocks xmlns:a="http://schemas.openxmlformats.org/drawingml/2006/main" noGrp="1"/>
          </p:cNvSpPr>
          <p:nvPr/>
        </p:nvSpPr>
        <p:spPr>
          <a:xfrm xmlns:a="http://schemas.openxmlformats.org/drawingml/2006/main">
            <a:off x="3409950" y="4543425"/>
            <a:ext cx="2495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i="1">
                <a:solidFill>
                  <a:srgbClr val="A52836"/>
                </a:solidFill>
                <a:latin typeface="Georgia"/>
                <a:ea typeface="Georgia"/>
                <a:cs typeface="Georgia"/>
              </a:defRPr>
            </a:defPPr>
            <a:lvl1pPr>
              <a:defRPr sz="1650" b="0" i="1">
                <a:solidFill>
                  <a:srgbClr val="A52836"/>
                </a:solidFill>
                <a:latin typeface="Georgia"/>
                <a:ea typeface="Georgia"/>
                <a:cs typeface="Georgia"/>
              </a:defRPr>
            </a:lvl1pPr>
            <a:lvl2pPr>
              <a:defRPr sz="1650" b="0" i="1">
                <a:solidFill>
                  <a:srgbClr val="A52836"/>
                </a:solidFill>
                <a:latin typeface="Georgia"/>
                <a:ea typeface="Georgia"/>
                <a:cs typeface="Georgia"/>
              </a:defRPr>
            </a:lvl2pPr>
            <a:lvl3pPr>
              <a:defRPr sz="1650" b="0" i="1">
                <a:solidFill>
                  <a:srgbClr val="A52836"/>
                </a:solidFill>
                <a:latin typeface="Georgia"/>
                <a:ea typeface="Georgia"/>
                <a:cs typeface="Georgia"/>
              </a:defRPr>
            </a:lvl3pPr>
            <a:lvl4pPr>
              <a:defRPr sz="1650" b="0" i="1">
                <a:solidFill>
                  <a:srgbClr val="A52836"/>
                </a:solidFill>
                <a:latin typeface="Georgia"/>
                <a:ea typeface="Georgia"/>
                <a:cs typeface="Georgia"/>
              </a:defRPr>
            </a:lvl4pPr>
            <a:lvl5pPr>
              <a:defRPr sz="1650" b="0" i="1">
                <a:solidFill>
                  <a:srgbClr val="A52836"/>
                </a:solidFill>
                <a:latin typeface="Georgia"/>
                <a:ea typeface="Georgia"/>
                <a:cs typeface="Georgia"/>
              </a:defRPr>
            </a:lvl5pPr>
            <a:lvl6pPr>
              <a:defRPr sz="1650" b="0" i="1">
                <a:solidFill>
                  <a:srgbClr val="A52836"/>
                </a:solidFill>
                <a:latin typeface="Georgia"/>
                <a:ea typeface="Georgia"/>
                <a:cs typeface="Georgia"/>
              </a:defRPr>
            </a:lvl6pPr>
            <a:lvl7pPr>
              <a:defRPr sz="1650" b="0" i="1">
                <a:solidFill>
                  <a:srgbClr val="A52836"/>
                </a:solidFill>
                <a:latin typeface="Georgia"/>
                <a:ea typeface="Georgia"/>
                <a:cs typeface="Georgia"/>
              </a:defRPr>
            </a:lvl7pPr>
            <a:lvl8pPr>
              <a:defRPr sz="1650" b="0" i="1">
                <a:solidFill>
                  <a:srgbClr val="A52836"/>
                </a:solidFill>
                <a:latin typeface="Georgia"/>
                <a:ea typeface="Georgia"/>
                <a:cs typeface="Georgia"/>
              </a:defRPr>
            </a:lvl8pPr>
            <a:lvl9pPr>
              <a:defRPr sz="1650" b="0" i="1">
                <a:solidFill>
                  <a:srgbClr val="A52836"/>
                </a:solidFill>
                <a:latin typeface="Georgia"/>
                <a:ea typeface="Georgia"/>
                <a:cs typeface="Georgia"/>
              </a:defRPr>
            </a:lvl9pPr>
          </a:lstStyle>
          <a:p xmlns:a="http://schemas.openxmlformats.org/drawingml/2006/main">
            <a:pPr>
              <a:defRPr sz="1650" b="0" i="1">
                <a:solidFill>
                  <a:srgbClr val="A52836"/>
                </a:solidFill>
                <a:latin typeface="Georgia"/>
                <a:ea typeface="Georgia"/>
                <a:cs typeface="Georgia"/>
              </a:defRPr>
            </a:pPr>
            <a:r>
              <a:rPr sz="1650" b="0" i="1">
                <a:solidFill>
                  <a:srgbClr val="A52836"/>
                </a:solidFill>
                <a:latin typeface="Georgia"/>
                <a:ea typeface="Georgia"/>
                <a:cs typeface="Georgia"/>
              </a:rPr>
              <a:t>Celestial Scroll</a:t>
            </a:r>
          </a:p>
        </p:txBody>
      </p:sp>
      <p:sp>
        <p:nvSpPr>
          <p:cNvPr id="13" name="text-33">
            <a:extLst xmlns:a="http://schemas.openxmlformats.org/drawingml/2006/main">
              <a:ext uri="{FF2B5EF4-FFF2-40B4-BE49-F238E27FC236}">
                <a16:creationId xmlns:a16="http://schemas.microsoft.com/office/drawing/2014/main" id="{D6DB3002-A753-4BCF-A43E-91CDFC5A9E1C}"/>
              </a:ext>
            </a:extLst>
          </p:cNvPr>
          <p:cNvSpPr>
            <a:spLocks xmlns:a="http://schemas.openxmlformats.org/drawingml/2006/main" noGrp="1"/>
          </p:cNvSpPr>
          <p:nvPr/>
        </p:nvSpPr>
        <p:spPr>
          <a:xfrm xmlns:a="http://schemas.openxmlformats.org/drawingml/2006/main">
            <a:off x="3409950" y="4981575"/>
            <a:ext cx="2571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i="0">
                <a:solidFill>
                  <a:srgbClr val="5E5C5B"/>
                </a:solidFill>
                <a:latin typeface="Arial"/>
                <a:ea typeface="Arial"/>
                <a:cs typeface="Arial"/>
              </a:defRPr>
            </a:defPPr>
            <a:lvl1pPr>
              <a:defRPr sz="1725" b="0" i="0">
                <a:solidFill>
                  <a:srgbClr val="5E5C5B"/>
                </a:solidFill>
                <a:latin typeface="Arial"/>
                <a:ea typeface="Arial"/>
                <a:cs typeface="Arial"/>
              </a:defRPr>
            </a:lvl1pPr>
            <a:lvl2pPr>
              <a:defRPr sz="1725" b="0" i="0">
                <a:solidFill>
                  <a:srgbClr val="5E5C5B"/>
                </a:solidFill>
                <a:latin typeface="Arial"/>
                <a:ea typeface="Arial"/>
                <a:cs typeface="Arial"/>
              </a:defRPr>
            </a:lvl2pPr>
            <a:lvl3pPr>
              <a:defRPr sz="1725" b="0" i="0">
                <a:solidFill>
                  <a:srgbClr val="5E5C5B"/>
                </a:solidFill>
                <a:latin typeface="Arial"/>
                <a:ea typeface="Arial"/>
                <a:cs typeface="Arial"/>
              </a:defRPr>
            </a:lvl3pPr>
            <a:lvl4pPr>
              <a:defRPr sz="1725" b="0" i="0">
                <a:solidFill>
                  <a:srgbClr val="5E5C5B"/>
                </a:solidFill>
                <a:latin typeface="Arial"/>
                <a:ea typeface="Arial"/>
                <a:cs typeface="Arial"/>
              </a:defRPr>
            </a:lvl4pPr>
            <a:lvl5pPr>
              <a:defRPr sz="1725" b="0" i="0">
                <a:solidFill>
                  <a:srgbClr val="5E5C5B"/>
                </a:solidFill>
                <a:latin typeface="Arial"/>
                <a:ea typeface="Arial"/>
                <a:cs typeface="Arial"/>
              </a:defRPr>
            </a:lvl5pPr>
            <a:lvl6pPr>
              <a:defRPr sz="1725" b="0" i="0">
                <a:solidFill>
                  <a:srgbClr val="5E5C5B"/>
                </a:solidFill>
                <a:latin typeface="Arial"/>
                <a:ea typeface="Arial"/>
                <a:cs typeface="Arial"/>
              </a:defRPr>
            </a:lvl6pPr>
            <a:lvl7pPr>
              <a:defRPr sz="1725" b="0" i="0">
                <a:solidFill>
                  <a:srgbClr val="5E5C5B"/>
                </a:solidFill>
                <a:latin typeface="Arial"/>
                <a:ea typeface="Arial"/>
                <a:cs typeface="Arial"/>
              </a:defRPr>
            </a:lvl7pPr>
            <a:lvl8pPr>
              <a:defRPr sz="1725" b="0" i="0">
                <a:solidFill>
                  <a:srgbClr val="5E5C5B"/>
                </a:solidFill>
                <a:latin typeface="Arial"/>
                <a:ea typeface="Arial"/>
                <a:cs typeface="Arial"/>
              </a:defRPr>
            </a:lvl8pPr>
            <a:lvl9pPr>
              <a:defRPr sz="1725" b="0" i="0">
                <a:solidFill>
                  <a:srgbClr val="5E5C5B"/>
                </a:solidFill>
                <a:latin typeface="Arial"/>
                <a:ea typeface="Arial"/>
                <a:cs typeface="Arial"/>
              </a:defRPr>
            </a:lvl9pPr>
          </a:lstStyle>
          <a:p xmlns:a="http://schemas.openxmlformats.org/drawingml/2006/main">
            <a:pPr>
              <a:defRPr sz="1725" b="0" i="0">
                <a:solidFill>
                  <a:srgbClr val="5E5C5B"/>
                </a:solidFill>
                <a:latin typeface="Arial"/>
                <a:ea typeface="Arial"/>
                <a:cs typeface="Arial"/>
              </a:defRPr>
            </a:pPr>
            <a:r>
              <a:rPr sz="1725" b="0" i="0">
                <a:solidFill>
                  <a:srgbClr val="5E5C5B"/>
                </a:solidFill>
                <a:latin typeface="Arial"/>
                <a:ea typeface="Arial"/>
                <a:cs typeface="Arial"/>
              </a:rPr>
              <a:t>Check visible events</a:t>
            </a:r>
          </a:p>
          <a:p xmlns:a="http://schemas.openxmlformats.org/drawingml/2006/main">
            <a:pPr>
              <a:defRPr sz="1725" b="0" i="0">
                <a:solidFill>
                  <a:srgbClr val="5E5C5B"/>
                </a:solidFill>
                <a:latin typeface="Arial"/>
                <a:ea typeface="Arial"/>
                <a:cs typeface="Arial"/>
              </a:defRPr>
            </a:pPr>
            <a:r>
              <a:rPr sz="1725" b="0" i="0">
                <a:solidFill>
                  <a:srgbClr val="5E5C5B"/>
                </a:solidFill>
                <a:latin typeface="Arial"/>
                <a:ea typeface="Arial"/>
                <a:cs typeface="Arial"/>
              </a:rPr>
              <a:t>and their local timing.</a:t>
            </a:r>
          </a:p>
        </p:txBody>
      </p:sp>
      <p:sp>
        <p:nvSpPr>
          <p:cNvPr id="14" name="text-34">
            <a:extLst xmlns:a="http://schemas.openxmlformats.org/drawingml/2006/main">
              <a:ext uri="{FF2B5EF4-FFF2-40B4-BE49-F238E27FC236}">
                <a16:creationId xmlns:a16="http://schemas.microsoft.com/office/drawing/2014/main" id="{62F0CAC7-37F1-40AE-837F-12D871B40816}"/>
              </a:ext>
            </a:extLst>
          </p:cNvPr>
          <p:cNvSpPr>
            <a:spLocks xmlns:a="http://schemas.openxmlformats.org/drawingml/2006/main" noGrp="1"/>
          </p:cNvSpPr>
          <p:nvPr/>
        </p:nvSpPr>
        <p:spPr>
          <a:xfrm xmlns:a="http://schemas.openxmlformats.org/drawingml/2006/main">
            <a:off x="6038850" y="3514725"/>
            <a:ext cx="762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0" i="0">
                <a:solidFill>
                  <a:srgbClr val="A52836"/>
                </a:solidFill>
                <a:latin typeface="Georgia"/>
                <a:ea typeface="Georgia"/>
                <a:cs typeface="Georgia"/>
              </a:defRPr>
            </a:defPPr>
            <a:lvl1pPr>
              <a:defRPr sz="3075" b="0" i="0">
                <a:solidFill>
                  <a:srgbClr val="A52836"/>
                </a:solidFill>
                <a:latin typeface="Georgia"/>
                <a:ea typeface="Georgia"/>
                <a:cs typeface="Georgia"/>
              </a:defRPr>
            </a:lvl1pPr>
            <a:lvl2pPr>
              <a:defRPr sz="3075" b="0" i="0">
                <a:solidFill>
                  <a:srgbClr val="A52836"/>
                </a:solidFill>
                <a:latin typeface="Georgia"/>
                <a:ea typeface="Georgia"/>
                <a:cs typeface="Georgia"/>
              </a:defRPr>
            </a:lvl2pPr>
            <a:lvl3pPr>
              <a:defRPr sz="3075" b="0" i="0">
                <a:solidFill>
                  <a:srgbClr val="A52836"/>
                </a:solidFill>
                <a:latin typeface="Georgia"/>
                <a:ea typeface="Georgia"/>
                <a:cs typeface="Georgia"/>
              </a:defRPr>
            </a:lvl3pPr>
            <a:lvl4pPr>
              <a:defRPr sz="3075" b="0" i="0">
                <a:solidFill>
                  <a:srgbClr val="A52836"/>
                </a:solidFill>
                <a:latin typeface="Georgia"/>
                <a:ea typeface="Georgia"/>
                <a:cs typeface="Georgia"/>
              </a:defRPr>
            </a:lvl4pPr>
            <a:lvl5pPr>
              <a:defRPr sz="3075" b="0" i="0">
                <a:solidFill>
                  <a:srgbClr val="A52836"/>
                </a:solidFill>
                <a:latin typeface="Georgia"/>
                <a:ea typeface="Georgia"/>
                <a:cs typeface="Georgia"/>
              </a:defRPr>
            </a:lvl5pPr>
            <a:lvl6pPr>
              <a:defRPr sz="3075" b="0" i="0">
                <a:solidFill>
                  <a:srgbClr val="A52836"/>
                </a:solidFill>
                <a:latin typeface="Georgia"/>
                <a:ea typeface="Georgia"/>
                <a:cs typeface="Georgia"/>
              </a:defRPr>
            </a:lvl6pPr>
            <a:lvl7pPr>
              <a:defRPr sz="3075" b="0" i="0">
                <a:solidFill>
                  <a:srgbClr val="A52836"/>
                </a:solidFill>
                <a:latin typeface="Georgia"/>
                <a:ea typeface="Georgia"/>
                <a:cs typeface="Georgia"/>
              </a:defRPr>
            </a:lvl7pPr>
            <a:lvl8pPr>
              <a:defRPr sz="3075" b="0" i="0">
                <a:solidFill>
                  <a:srgbClr val="A52836"/>
                </a:solidFill>
                <a:latin typeface="Georgia"/>
                <a:ea typeface="Georgia"/>
                <a:cs typeface="Georgia"/>
              </a:defRPr>
            </a:lvl8pPr>
            <a:lvl9pPr>
              <a:defRPr sz="3075" b="0" i="0">
                <a:solidFill>
                  <a:srgbClr val="A52836"/>
                </a:solidFill>
                <a:latin typeface="Georgia"/>
                <a:ea typeface="Georgia"/>
                <a:cs typeface="Georgia"/>
              </a:defRPr>
            </a:lvl9pPr>
          </a:lstStyle>
          <a:p xmlns:a="http://schemas.openxmlformats.org/drawingml/2006/main">
            <a:pPr>
              <a:defRPr sz="3075" b="0" i="0">
                <a:solidFill>
                  <a:srgbClr val="A52836"/>
                </a:solidFill>
                <a:latin typeface="Georgia"/>
                <a:ea typeface="Georgia"/>
                <a:cs typeface="Georgia"/>
              </a:defRPr>
            </a:pPr>
            <a:r>
              <a:rPr sz="3075" b="0" i="0">
                <a:solidFill>
                  <a:srgbClr val="A52836"/>
                </a:solidFill>
                <a:latin typeface="Georgia"/>
                <a:ea typeface="Georgia"/>
                <a:cs typeface="Georgia"/>
              </a:rPr>
              <a:t>03</a:t>
            </a:r>
          </a:p>
        </p:txBody>
      </p:sp>
      <p:sp>
        <p:nvSpPr>
          <p:cNvPr id="15" name="text-35">
            <a:extLst xmlns:a="http://schemas.openxmlformats.org/drawingml/2006/main">
              <a:ext uri="{FF2B5EF4-FFF2-40B4-BE49-F238E27FC236}">
                <a16:creationId xmlns:a16="http://schemas.microsoft.com/office/drawing/2014/main" id="{73D09700-3350-4C4E-B24B-0144ADBFF23F}"/>
              </a:ext>
            </a:extLst>
          </p:cNvPr>
          <p:cNvSpPr>
            <a:spLocks xmlns:a="http://schemas.openxmlformats.org/drawingml/2006/main" noGrp="1"/>
          </p:cNvSpPr>
          <p:nvPr/>
        </p:nvSpPr>
        <p:spPr>
          <a:xfrm xmlns:a="http://schemas.openxmlformats.org/drawingml/2006/main">
            <a:off x="6038850" y="4124325"/>
            <a:ext cx="2524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i="0">
                <a:solidFill>
                  <a:srgbClr val="292B30"/>
                </a:solidFill>
                <a:latin typeface="Arial"/>
                <a:ea typeface="Arial"/>
                <a:cs typeface="Arial"/>
              </a:defRPr>
            </a:defPPr>
            <a:lvl1pPr>
              <a:defRPr sz="1875" b="1" i="0">
                <a:solidFill>
                  <a:srgbClr val="292B30"/>
                </a:solidFill>
                <a:latin typeface="Arial"/>
                <a:ea typeface="Arial"/>
                <a:cs typeface="Arial"/>
              </a:defRPr>
            </a:lvl1pPr>
            <a:lvl2pPr>
              <a:defRPr sz="1875" b="1" i="0">
                <a:solidFill>
                  <a:srgbClr val="292B30"/>
                </a:solidFill>
                <a:latin typeface="Arial"/>
                <a:ea typeface="Arial"/>
                <a:cs typeface="Arial"/>
              </a:defRPr>
            </a:lvl2pPr>
            <a:lvl3pPr>
              <a:defRPr sz="1875" b="1" i="0">
                <a:solidFill>
                  <a:srgbClr val="292B30"/>
                </a:solidFill>
                <a:latin typeface="Arial"/>
                <a:ea typeface="Arial"/>
                <a:cs typeface="Arial"/>
              </a:defRPr>
            </a:lvl3pPr>
            <a:lvl4pPr>
              <a:defRPr sz="1875" b="1" i="0">
                <a:solidFill>
                  <a:srgbClr val="292B30"/>
                </a:solidFill>
                <a:latin typeface="Arial"/>
                <a:ea typeface="Arial"/>
                <a:cs typeface="Arial"/>
              </a:defRPr>
            </a:lvl4pPr>
            <a:lvl5pPr>
              <a:defRPr sz="1875" b="1" i="0">
                <a:solidFill>
                  <a:srgbClr val="292B30"/>
                </a:solidFill>
                <a:latin typeface="Arial"/>
                <a:ea typeface="Arial"/>
                <a:cs typeface="Arial"/>
              </a:defRPr>
            </a:lvl5pPr>
            <a:lvl6pPr>
              <a:defRPr sz="1875" b="1" i="0">
                <a:solidFill>
                  <a:srgbClr val="292B30"/>
                </a:solidFill>
                <a:latin typeface="Arial"/>
                <a:ea typeface="Arial"/>
                <a:cs typeface="Arial"/>
              </a:defRPr>
            </a:lvl6pPr>
            <a:lvl7pPr>
              <a:defRPr sz="1875" b="1" i="0">
                <a:solidFill>
                  <a:srgbClr val="292B30"/>
                </a:solidFill>
                <a:latin typeface="Arial"/>
                <a:ea typeface="Arial"/>
                <a:cs typeface="Arial"/>
              </a:defRPr>
            </a:lvl7pPr>
            <a:lvl8pPr>
              <a:defRPr sz="1875" b="1" i="0">
                <a:solidFill>
                  <a:srgbClr val="292B30"/>
                </a:solidFill>
                <a:latin typeface="Arial"/>
                <a:ea typeface="Arial"/>
                <a:cs typeface="Arial"/>
              </a:defRPr>
            </a:lvl8pPr>
            <a:lvl9pPr>
              <a:defRPr sz="1875" b="1" i="0">
                <a:solidFill>
                  <a:srgbClr val="292B30"/>
                </a:solidFill>
                <a:latin typeface="Arial"/>
                <a:ea typeface="Arial"/>
                <a:cs typeface="Arial"/>
              </a:defRPr>
            </a:lvl9pPr>
          </a:lstStyle>
          <a:p xmlns:a="http://schemas.openxmlformats.org/drawingml/2006/main">
            <a:pPr>
              <a:defRPr sz="1875" b="1" i="0">
                <a:solidFill>
                  <a:srgbClr val="292B30"/>
                </a:solidFill>
                <a:latin typeface="Arial"/>
                <a:ea typeface="Arial"/>
                <a:cs typeface="Arial"/>
              </a:defRPr>
            </a:pPr>
            <a:r>
              <a:rPr sz="1875" b="1" i="0">
                <a:solidFill>
                  <a:srgbClr val="292B30"/>
                </a:solidFill>
                <a:latin typeface="Arial"/>
                <a:ea typeface="Arial"/>
                <a:cs typeface="Arial"/>
              </a:rPr>
              <a:t>Restore an image</a:t>
            </a:r>
          </a:p>
        </p:txBody>
      </p:sp>
      <p:sp>
        <p:nvSpPr>
          <p:cNvPr id="16" name="text-36">
            <a:extLst xmlns:a="http://schemas.openxmlformats.org/drawingml/2006/main">
              <a:ext uri="{FF2B5EF4-FFF2-40B4-BE49-F238E27FC236}">
                <a16:creationId xmlns:a16="http://schemas.microsoft.com/office/drawing/2014/main" id="{513A737B-BE6E-4CAD-9A0D-91C39D72F6E5}"/>
              </a:ext>
            </a:extLst>
          </p:cNvPr>
          <p:cNvSpPr>
            <a:spLocks xmlns:a="http://schemas.openxmlformats.org/drawingml/2006/main" noGrp="1"/>
          </p:cNvSpPr>
          <p:nvPr/>
        </p:nvSpPr>
        <p:spPr>
          <a:xfrm xmlns:a="http://schemas.openxmlformats.org/drawingml/2006/main">
            <a:off x="6038850" y="4543425"/>
            <a:ext cx="2495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i="1">
                <a:solidFill>
                  <a:srgbClr val="A52836"/>
                </a:solidFill>
                <a:latin typeface="Georgia"/>
                <a:ea typeface="Georgia"/>
                <a:cs typeface="Georgia"/>
              </a:defRPr>
            </a:defPPr>
            <a:lvl1pPr>
              <a:defRPr sz="1650" b="0" i="1">
                <a:solidFill>
                  <a:srgbClr val="A52836"/>
                </a:solidFill>
                <a:latin typeface="Georgia"/>
                <a:ea typeface="Georgia"/>
                <a:cs typeface="Georgia"/>
              </a:defRPr>
            </a:lvl1pPr>
            <a:lvl2pPr>
              <a:defRPr sz="1650" b="0" i="1">
                <a:solidFill>
                  <a:srgbClr val="A52836"/>
                </a:solidFill>
                <a:latin typeface="Georgia"/>
                <a:ea typeface="Georgia"/>
                <a:cs typeface="Georgia"/>
              </a:defRPr>
            </a:lvl2pPr>
            <a:lvl3pPr>
              <a:defRPr sz="1650" b="0" i="1">
                <a:solidFill>
                  <a:srgbClr val="A52836"/>
                </a:solidFill>
                <a:latin typeface="Georgia"/>
                <a:ea typeface="Georgia"/>
                <a:cs typeface="Georgia"/>
              </a:defRPr>
            </a:lvl3pPr>
            <a:lvl4pPr>
              <a:defRPr sz="1650" b="0" i="1">
                <a:solidFill>
                  <a:srgbClr val="A52836"/>
                </a:solidFill>
                <a:latin typeface="Georgia"/>
                <a:ea typeface="Georgia"/>
                <a:cs typeface="Georgia"/>
              </a:defRPr>
            </a:lvl4pPr>
            <a:lvl5pPr>
              <a:defRPr sz="1650" b="0" i="1">
                <a:solidFill>
                  <a:srgbClr val="A52836"/>
                </a:solidFill>
                <a:latin typeface="Georgia"/>
                <a:ea typeface="Georgia"/>
                <a:cs typeface="Georgia"/>
              </a:defRPr>
            </a:lvl5pPr>
            <a:lvl6pPr>
              <a:defRPr sz="1650" b="0" i="1">
                <a:solidFill>
                  <a:srgbClr val="A52836"/>
                </a:solidFill>
                <a:latin typeface="Georgia"/>
                <a:ea typeface="Georgia"/>
                <a:cs typeface="Georgia"/>
              </a:defRPr>
            </a:lvl6pPr>
            <a:lvl7pPr>
              <a:defRPr sz="1650" b="0" i="1">
                <a:solidFill>
                  <a:srgbClr val="A52836"/>
                </a:solidFill>
                <a:latin typeface="Georgia"/>
                <a:ea typeface="Georgia"/>
                <a:cs typeface="Georgia"/>
              </a:defRPr>
            </a:lvl7pPr>
            <a:lvl8pPr>
              <a:defRPr sz="1650" b="0" i="1">
                <a:solidFill>
                  <a:srgbClr val="A52836"/>
                </a:solidFill>
                <a:latin typeface="Georgia"/>
                <a:ea typeface="Georgia"/>
                <a:cs typeface="Georgia"/>
              </a:defRPr>
            </a:lvl8pPr>
            <a:lvl9pPr>
              <a:defRPr sz="1650" b="0" i="1">
                <a:solidFill>
                  <a:srgbClr val="A52836"/>
                </a:solidFill>
                <a:latin typeface="Georgia"/>
                <a:ea typeface="Georgia"/>
                <a:cs typeface="Georgia"/>
              </a:defRPr>
            </a:lvl9pPr>
          </a:lstStyle>
          <a:p xmlns:a="http://schemas.openxmlformats.org/drawingml/2006/main">
            <a:pPr>
              <a:defRPr sz="1650" b="0" i="1">
                <a:solidFill>
                  <a:srgbClr val="A52836"/>
                </a:solidFill>
                <a:latin typeface="Georgia"/>
                <a:ea typeface="Georgia"/>
                <a:cs typeface="Georgia"/>
              </a:defRPr>
            </a:pPr>
            <a:r>
              <a:rPr sz="1650" b="0" i="1">
                <a:solidFill>
                  <a:srgbClr val="A52836"/>
                </a:solidFill>
                <a:latin typeface="Georgia"/>
                <a:ea typeface="Georgia"/>
                <a:cs typeface="Georgia"/>
              </a:rPr>
              <a:t>Spirit Lens</a:t>
            </a:r>
          </a:p>
        </p:txBody>
      </p:sp>
      <p:sp>
        <p:nvSpPr>
          <p:cNvPr id="17" name="text-37">
            <a:extLst xmlns:a="http://schemas.openxmlformats.org/drawingml/2006/main">
              <a:ext uri="{FF2B5EF4-FFF2-40B4-BE49-F238E27FC236}">
                <a16:creationId xmlns:a16="http://schemas.microsoft.com/office/drawing/2014/main" id="{6D2FDFE1-EC0E-4647-A325-ECF8F97F2D25}"/>
              </a:ext>
            </a:extLst>
          </p:cNvPr>
          <p:cNvSpPr>
            <a:spLocks xmlns:a="http://schemas.openxmlformats.org/drawingml/2006/main" noGrp="1"/>
          </p:cNvSpPr>
          <p:nvPr/>
        </p:nvSpPr>
        <p:spPr>
          <a:xfrm xmlns:a="http://schemas.openxmlformats.org/drawingml/2006/main">
            <a:off x="6038850" y="4981575"/>
            <a:ext cx="2571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i="0">
                <a:solidFill>
                  <a:srgbClr val="5E5C5B"/>
                </a:solidFill>
                <a:latin typeface="Arial"/>
                <a:ea typeface="Arial"/>
                <a:cs typeface="Arial"/>
              </a:defRPr>
            </a:defPPr>
            <a:lvl1pPr>
              <a:defRPr sz="1725" b="0" i="0">
                <a:solidFill>
                  <a:srgbClr val="5E5C5B"/>
                </a:solidFill>
                <a:latin typeface="Arial"/>
                <a:ea typeface="Arial"/>
                <a:cs typeface="Arial"/>
              </a:defRPr>
            </a:lvl1pPr>
            <a:lvl2pPr>
              <a:defRPr sz="1725" b="0" i="0">
                <a:solidFill>
                  <a:srgbClr val="5E5C5B"/>
                </a:solidFill>
                <a:latin typeface="Arial"/>
                <a:ea typeface="Arial"/>
                <a:cs typeface="Arial"/>
              </a:defRPr>
            </a:lvl2pPr>
            <a:lvl3pPr>
              <a:defRPr sz="1725" b="0" i="0">
                <a:solidFill>
                  <a:srgbClr val="5E5C5B"/>
                </a:solidFill>
                <a:latin typeface="Arial"/>
                <a:ea typeface="Arial"/>
                <a:cs typeface="Arial"/>
              </a:defRPr>
            </a:lvl3pPr>
            <a:lvl4pPr>
              <a:defRPr sz="1725" b="0" i="0">
                <a:solidFill>
                  <a:srgbClr val="5E5C5B"/>
                </a:solidFill>
                <a:latin typeface="Arial"/>
                <a:ea typeface="Arial"/>
                <a:cs typeface="Arial"/>
              </a:defRPr>
            </a:lvl4pPr>
            <a:lvl5pPr>
              <a:defRPr sz="1725" b="0" i="0">
                <a:solidFill>
                  <a:srgbClr val="5E5C5B"/>
                </a:solidFill>
                <a:latin typeface="Arial"/>
                <a:ea typeface="Arial"/>
                <a:cs typeface="Arial"/>
              </a:defRPr>
            </a:lvl5pPr>
            <a:lvl6pPr>
              <a:defRPr sz="1725" b="0" i="0">
                <a:solidFill>
                  <a:srgbClr val="5E5C5B"/>
                </a:solidFill>
                <a:latin typeface="Arial"/>
                <a:ea typeface="Arial"/>
                <a:cs typeface="Arial"/>
              </a:defRPr>
            </a:lvl6pPr>
            <a:lvl7pPr>
              <a:defRPr sz="1725" b="0" i="0">
                <a:solidFill>
                  <a:srgbClr val="5E5C5B"/>
                </a:solidFill>
                <a:latin typeface="Arial"/>
                <a:ea typeface="Arial"/>
                <a:cs typeface="Arial"/>
              </a:defRPr>
            </a:lvl7pPr>
            <a:lvl8pPr>
              <a:defRPr sz="1725" b="0" i="0">
                <a:solidFill>
                  <a:srgbClr val="5E5C5B"/>
                </a:solidFill>
                <a:latin typeface="Arial"/>
                <a:ea typeface="Arial"/>
                <a:cs typeface="Arial"/>
              </a:defRPr>
            </a:lvl8pPr>
            <a:lvl9pPr>
              <a:defRPr sz="1725" b="0" i="0">
                <a:solidFill>
                  <a:srgbClr val="5E5C5B"/>
                </a:solidFill>
                <a:latin typeface="Arial"/>
                <a:ea typeface="Arial"/>
                <a:cs typeface="Arial"/>
              </a:defRPr>
            </a:lvl9pPr>
          </a:lstStyle>
          <a:p xmlns:a="http://schemas.openxmlformats.org/drawingml/2006/main">
            <a:pPr>
              <a:defRPr sz="1725" b="0" i="0">
                <a:solidFill>
                  <a:srgbClr val="5E5C5B"/>
                </a:solidFill>
                <a:latin typeface="Arial"/>
                <a:ea typeface="Arial"/>
                <a:cs typeface="Arial"/>
              </a:defRPr>
            </a:pPr>
            <a:r>
              <a:rPr sz="1725" b="0" i="0">
                <a:solidFill>
                  <a:srgbClr val="5E5C5B"/>
                </a:solidFill>
                <a:latin typeface="Arial"/>
                <a:ea typeface="Arial"/>
                <a:cs typeface="Arial"/>
              </a:rPr>
              <a:t>Reduce noise and blur</a:t>
            </a:r>
          </a:p>
          <a:p xmlns:a="http://schemas.openxmlformats.org/drawingml/2006/main">
            <a:pPr>
              <a:defRPr sz="1725" b="0" i="0">
                <a:solidFill>
                  <a:srgbClr val="5E5C5B"/>
                </a:solidFill>
                <a:latin typeface="Arial"/>
                <a:ea typeface="Arial"/>
                <a:cs typeface="Arial"/>
              </a:defRPr>
            </a:pPr>
            <a:r>
              <a:rPr sz="1725" b="0" i="0">
                <a:solidFill>
                  <a:srgbClr val="5E5C5B"/>
                </a:solidFill>
                <a:latin typeface="Arial"/>
                <a:ea typeface="Arial"/>
                <a:cs typeface="Arial"/>
              </a:rPr>
              <a:t>with measured inputs.</a:t>
            </a:r>
          </a:p>
        </p:txBody>
      </p:sp>
      <p:sp>
        <p:nvSpPr>
          <p:cNvPr id="18" name="text-38">
            <a:extLst xmlns:a="http://schemas.openxmlformats.org/drawingml/2006/main">
              <a:ext uri="{FF2B5EF4-FFF2-40B4-BE49-F238E27FC236}">
                <a16:creationId xmlns:a16="http://schemas.microsoft.com/office/drawing/2014/main" id="{08F13D7A-B8CD-4D59-A939-117B5100E0E2}"/>
              </a:ext>
            </a:extLst>
          </p:cNvPr>
          <p:cNvSpPr>
            <a:spLocks xmlns:a="http://schemas.openxmlformats.org/drawingml/2006/main" noGrp="1"/>
          </p:cNvSpPr>
          <p:nvPr/>
        </p:nvSpPr>
        <p:spPr>
          <a:xfrm xmlns:a="http://schemas.openxmlformats.org/drawingml/2006/main">
            <a:off x="8667750" y="3514725"/>
            <a:ext cx="762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0" i="0">
                <a:solidFill>
                  <a:srgbClr val="A52836"/>
                </a:solidFill>
                <a:latin typeface="Georgia"/>
                <a:ea typeface="Georgia"/>
                <a:cs typeface="Georgia"/>
              </a:defRPr>
            </a:defPPr>
            <a:lvl1pPr>
              <a:defRPr sz="3075" b="0" i="0">
                <a:solidFill>
                  <a:srgbClr val="A52836"/>
                </a:solidFill>
                <a:latin typeface="Georgia"/>
                <a:ea typeface="Georgia"/>
                <a:cs typeface="Georgia"/>
              </a:defRPr>
            </a:lvl1pPr>
            <a:lvl2pPr>
              <a:defRPr sz="3075" b="0" i="0">
                <a:solidFill>
                  <a:srgbClr val="A52836"/>
                </a:solidFill>
                <a:latin typeface="Georgia"/>
                <a:ea typeface="Georgia"/>
                <a:cs typeface="Georgia"/>
              </a:defRPr>
            </a:lvl2pPr>
            <a:lvl3pPr>
              <a:defRPr sz="3075" b="0" i="0">
                <a:solidFill>
                  <a:srgbClr val="A52836"/>
                </a:solidFill>
                <a:latin typeface="Georgia"/>
                <a:ea typeface="Georgia"/>
                <a:cs typeface="Georgia"/>
              </a:defRPr>
            </a:lvl3pPr>
            <a:lvl4pPr>
              <a:defRPr sz="3075" b="0" i="0">
                <a:solidFill>
                  <a:srgbClr val="A52836"/>
                </a:solidFill>
                <a:latin typeface="Georgia"/>
                <a:ea typeface="Georgia"/>
                <a:cs typeface="Georgia"/>
              </a:defRPr>
            </a:lvl4pPr>
            <a:lvl5pPr>
              <a:defRPr sz="3075" b="0" i="0">
                <a:solidFill>
                  <a:srgbClr val="A52836"/>
                </a:solidFill>
                <a:latin typeface="Georgia"/>
                <a:ea typeface="Georgia"/>
                <a:cs typeface="Georgia"/>
              </a:defRPr>
            </a:lvl5pPr>
            <a:lvl6pPr>
              <a:defRPr sz="3075" b="0" i="0">
                <a:solidFill>
                  <a:srgbClr val="A52836"/>
                </a:solidFill>
                <a:latin typeface="Georgia"/>
                <a:ea typeface="Georgia"/>
                <a:cs typeface="Georgia"/>
              </a:defRPr>
            </a:lvl6pPr>
            <a:lvl7pPr>
              <a:defRPr sz="3075" b="0" i="0">
                <a:solidFill>
                  <a:srgbClr val="A52836"/>
                </a:solidFill>
                <a:latin typeface="Georgia"/>
                <a:ea typeface="Georgia"/>
                <a:cs typeface="Georgia"/>
              </a:defRPr>
            </a:lvl7pPr>
            <a:lvl8pPr>
              <a:defRPr sz="3075" b="0" i="0">
                <a:solidFill>
                  <a:srgbClr val="A52836"/>
                </a:solidFill>
                <a:latin typeface="Georgia"/>
                <a:ea typeface="Georgia"/>
                <a:cs typeface="Georgia"/>
              </a:defRPr>
            </a:lvl8pPr>
            <a:lvl9pPr>
              <a:defRPr sz="3075" b="0" i="0">
                <a:solidFill>
                  <a:srgbClr val="A52836"/>
                </a:solidFill>
                <a:latin typeface="Georgia"/>
                <a:ea typeface="Georgia"/>
                <a:cs typeface="Georgia"/>
              </a:defRPr>
            </a:lvl9pPr>
          </a:lstStyle>
          <a:p xmlns:a="http://schemas.openxmlformats.org/drawingml/2006/main">
            <a:pPr>
              <a:defRPr sz="3075" b="0" i="0">
                <a:solidFill>
                  <a:srgbClr val="A52836"/>
                </a:solidFill>
                <a:latin typeface="Georgia"/>
                <a:ea typeface="Georgia"/>
                <a:cs typeface="Georgia"/>
              </a:defRPr>
            </a:pPr>
            <a:r>
              <a:rPr sz="3075" b="0" i="0">
                <a:solidFill>
                  <a:srgbClr val="A52836"/>
                </a:solidFill>
                <a:latin typeface="Georgia"/>
                <a:ea typeface="Georgia"/>
                <a:cs typeface="Georgia"/>
              </a:rPr>
              <a:t>04</a:t>
            </a:r>
          </a:p>
        </p:txBody>
      </p:sp>
      <p:sp>
        <p:nvSpPr>
          <p:cNvPr id="19" name="text-39">
            <a:extLst xmlns:a="http://schemas.openxmlformats.org/drawingml/2006/main">
              <a:ext uri="{FF2B5EF4-FFF2-40B4-BE49-F238E27FC236}">
                <a16:creationId xmlns:a16="http://schemas.microsoft.com/office/drawing/2014/main" id="{24BD8099-7794-4425-BB6E-241F8F5A6811}"/>
              </a:ext>
            </a:extLst>
          </p:cNvPr>
          <p:cNvSpPr>
            <a:spLocks xmlns:a="http://schemas.openxmlformats.org/drawingml/2006/main" noGrp="1"/>
          </p:cNvSpPr>
          <p:nvPr/>
        </p:nvSpPr>
        <p:spPr>
          <a:xfrm xmlns:a="http://schemas.openxmlformats.org/drawingml/2006/main">
            <a:off x="8667750" y="4124325"/>
            <a:ext cx="2524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i="0">
                <a:solidFill>
                  <a:srgbClr val="292B30"/>
                </a:solidFill>
                <a:latin typeface="Arial"/>
                <a:ea typeface="Arial"/>
                <a:cs typeface="Arial"/>
              </a:defRPr>
            </a:defPPr>
            <a:lvl1pPr>
              <a:defRPr sz="1875" b="1" i="0">
                <a:solidFill>
                  <a:srgbClr val="292B30"/>
                </a:solidFill>
                <a:latin typeface="Arial"/>
                <a:ea typeface="Arial"/>
                <a:cs typeface="Arial"/>
              </a:defRPr>
            </a:lvl1pPr>
            <a:lvl2pPr>
              <a:defRPr sz="1875" b="1" i="0">
                <a:solidFill>
                  <a:srgbClr val="292B30"/>
                </a:solidFill>
                <a:latin typeface="Arial"/>
                <a:ea typeface="Arial"/>
                <a:cs typeface="Arial"/>
              </a:defRPr>
            </a:lvl2pPr>
            <a:lvl3pPr>
              <a:defRPr sz="1875" b="1" i="0">
                <a:solidFill>
                  <a:srgbClr val="292B30"/>
                </a:solidFill>
                <a:latin typeface="Arial"/>
                <a:ea typeface="Arial"/>
                <a:cs typeface="Arial"/>
              </a:defRPr>
            </a:lvl3pPr>
            <a:lvl4pPr>
              <a:defRPr sz="1875" b="1" i="0">
                <a:solidFill>
                  <a:srgbClr val="292B30"/>
                </a:solidFill>
                <a:latin typeface="Arial"/>
                <a:ea typeface="Arial"/>
                <a:cs typeface="Arial"/>
              </a:defRPr>
            </a:lvl4pPr>
            <a:lvl5pPr>
              <a:defRPr sz="1875" b="1" i="0">
                <a:solidFill>
                  <a:srgbClr val="292B30"/>
                </a:solidFill>
                <a:latin typeface="Arial"/>
                <a:ea typeface="Arial"/>
                <a:cs typeface="Arial"/>
              </a:defRPr>
            </a:lvl5pPr>
            <a:lvl6pPr>
              <a:defRPr sz="1875" b="1" i="0">
                <a:solidFill>
                  <a:srgbClr val="292B30"/>
                </a:solidFill>
                <a:latin typeface="Arial"/>
                <a:ea typeface="Arial"/>
                <a:cs typeface="Arial"/>
              </a:defRPr>
            </a:lvl6pPr>
            <a:lvl7pPr>
              <a:defRPr sz="1875" b="1" i="0">
                <a:solidFill>
                  <a:srgbClr val="292B30"/>
                </a:solidFill>
                <a:latin typeface="Arial"/>
                <a:ea typeface="Arial"/>
                <a:cs typeface="Arial"/>
              </a:defRPr>
            </a:lvl7pPr>
            <a:lvl8pPr>
              <a:defRPr sz="1875" b="1" i="0">
                <a:solidFill>
                  <a:srgbClr val="292B30"/>
                </a:solidFill>
                <a:latin typeface="Arial"/>
                <a:ea typeface="Arial"/>
                <a:cs typeface="Arial"/>
              </a:defRPr>
            </a:lvl8pPr>
            <a:lvl9pPr>
              <a:defRPr sz="1875" b="1" i="0">
                <a:solidFill>
                  <a:srgbClr val="292B30"/>
                </a:solidFill>
                <a:latin typeface="Arial"/>
                <a:ea typeface="Arial"/>
                <a:cs typeface="Arial"/>
              </a:defRPr>
            </a:lvl9pPr>
          </a:lstStyle>
          <a:p xmlns:a="http://schemas.openxmlformats.org/drawingml/2006/main">
            <a:pPr>
              <a:defRPr sz="1875" b="1" i="0">
                <a:solidFill>
                  <a:srgbClr val="292B30"/>
                </a:solidFill>
                <a:latin typeface="Arial"/>
                <a:ea typeface="Arial"/>
                <a:cs typeface="Arial"/>
              </a:defRPr>
            </a:pPr>
            <a:r>
              <a:rPr sz="1875" b="1" i="0">
                <a:solidFill>
                  <a:srgbClr val="292B30"/>
                </a:solidFill>
                <a:latin typeface="Arial"/>
                <a:ea typeface="Arial"/>
                <a:cs typeface="Arial"/>
              </a:rPr>
              <a:t>Inspect the result</a:t>
            </a:r>
          </a:p>
        </p:txBody>
      </p:sp>
      <p:sp>
        <p:nvSpPr>
          <p:cNvPr id="20" name="text-40">
            <a:extLst xmlns:a="http://schemas.openxmlformats.org/drawingml/2006/main">
              <a:ext uri="{FF2B5EF4-FFF2-40B4-BE49-F238E27FC236}">
                <a16:creationId xmlns:a16="http://schemas.microsoft.com/office/drawing/2014/main" id="{635D7802-28DE-45C5-9E6A-1495547186BD}"/>
              </a:ext>
            </a:extLst>
          </p:cNvPr>
          <p:cNvSpPr>
            <a:spLocks xmlns:a="http://schemas.openxmlformats.org/drawingml/2006/main" noGrp="1"/>
          </p:cNvSpPr>
          <p:nvPr/>
        </p:nvSpPr>
        <p:spPr>
          <a:xfrm xmlns:a="http://schemas.openxmlformats.org/drawingml/2006/main">
            <a:off x="8667750" y="4543425"/>
            <a:ext cx="2495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i="1">
                <a:solidFill>
                  <a:srgbClr val="A52836"/>
                </a:solidFill>
                <a:latin typeface="Georgia"/>
                <a:ea typeface="Georgia"/>
                <a:cs typeface="Georgia"/>
              </a:defRPr>
            </a:defPPr>
            <a:lvl1pPr>
              <a:defRPr sz="1650" b="0" i="1">
                <a:solidFill>
                  <a:srgbClr val="A52836"/>
                </a:solidFill>
                <a:latin typeface="Georgia"/>
                <a:ea typeface="Georgia"/>
                <a:cs typeface="Georgia"/>
              </a:defRPr>
            </a:lvl1pPr>
            <a:lvl2pPr>
              <a:defRPr sz="1650" b="0" i="1">
                <a:solidFill>
                  <a:srgbClr val="A52836"/>
                </a:solidFill>
                <a:latin typeface="Georgia"/>
                <a:ea typeface="Georgia"/>
                <a:cs typeface="Georgia"/>
              </a:defRPr>
            </a:lvl2pPr>
            <a:lvl3pPr>
              <a:defRPr sz="1650" b="0" i="1">
                <a:solidFill>
                  <a:srgbClr val="A52836"/>
                </a:solidFill>
                <a:latin typeface="Georgia"/>
                <a:ea typeface="Georgia"/>
                <a:cs typeface="Georgia"/>
              </a:defRPr>
            </a:lvl3pPr>
            <a:lvl4pPr>
              <a:defRPr sz="1650" b="0" i="1">
                <a:solidFill>
                  <a:srgbClr val="A52836"/>
                </a:solidFill>
                <a:latin typeface="Georgia"/>
                <a:ea typeface="Georgia"/>
                <a:cs typeface="Georgia"/>
              </a:defRPr>
            </a:lvl4pPr>
            <a:lvl5pPr>
              <a:defRPr sz="1650" b="0" i="1">
                <a:solidFill>
                  <a:srgbClr val="A52836"/>
                </a:solidFill>
                <a:latin typeface="Georgia"/>
                <a:ea typeface="Georgia"/>
                <a:cs typeface="Georgia"/>
              </a:defRPr>
            </a:lvl5pPr>
            <a:lvl6pPr>
              <a:defRPr sz="1650" b="0" i="1">
                <a:solidFill>
                  <a:srgbClr val="A52836"/>
                </a:solidFill>
                <a:latin typeface="Georgia"/>
                <a:ea typeface="Georgia"/>
                <a:cs typeface="Georgia"/>
              </a:defRPr>
            </a:lvl6pPr>
            <a:lvl7pPr>
              <a:defRPr sz="1650" b="0" i="1">
                <a:solidFill>
                  <a:srgbClr val="A52836"/>
                </a:solidFill>
                <a:latin typeface="Georgia"/>
                <a:ea typeface="Georgia"/>
                <a:cs typeface="Georgia"/>
              </a:defRPr>
            </a:lvl7pPr>
            <a:lvl8pPr>
              <a:defRPr sz="1650" b="0" i="1">
                <a:solidFill>
                  <a:srgbClr val="A52836"/>
                </a:solidFill>
                <a:latin typeface="Georgia"/>
                <a:ea typeface="Georgia"/>
                <a:cs typeface="Georgia"/>
              </a:defRPr>
            </a:lvl8pPr>
            <a:lvl9pPr>
              <a:defRPr sz="1650" b="0" i="1">
                <a:solidFill>
                  <a:srgbClr val="A52836"/>
                </a:solidFill>
                <a:latin typeface="Georgia"/>
                <a:ea typeface="Georgia"/>
                <a:cs typeface="Georgia"/>
              </a:defRPr>
            </a:lvl9pPr>
          </a:lstStyle>
          <a:p xmlns:a="http://schemas.openxmlformats.org/drawingml/2006/main">
            <a:pPr>
              <a:defRPr sz="1650" b="0" i="1">
                <a:solidFill>
                  <a:srgbClr val="A52836"/>
                </a:solidFill>
                <a:latin typeface="Georgia"/>
                <a:ea typeface="Georgia"/>
                <a:cs typeface="Georgia"/>
              </a:defRPr>
            </a:pPr>
            <a:r>
              <a:rPr sz="1650" b="0" i="1">
                <a:solidFill>
                  <a:srgbClr val="A52836"/>
                </a:solidFill>
                <a:latin typeface="Georgia"/>
                <a:ea typeface="Georgia"/>
                <a:cs typeface="Georgia"/>
              </a:rPr>
              <a:t>Dojo</a:t>
            </a:r>
          </a:p>
        </p:txBody>
      </p:sp>
      <p:sp>
        <p:nvSpPr>
          <p:cNvPr id="21" name="text-41">
            <a:extLst xmlns:a="http://schemas.openxmlformats.org/drawingml/2006/main">
              <a:ext uri="{FF2B5EF4-FFF2-40B4-BE49-F238E27FC236}">
                <a16:creationId xmlns:a16="http://schemas.microsoft.com/office/drawing/2014/main" id="{2865000F-5B58-4B72-933B-802F47A684E7}"/>
              </a:ext>
            </a:extLst>
          </p:cNvPr>
          <p:cNvSpPr>
            <a:spLocks xmlns:a="http://schemas.openxmlformats.org/drawingml/2006/main" noGrp="1"/>
          </p:cNvSpPr>
          <p:nvPr/>
        </p:nvSpPr>
        <p:spPr>
          <a:xfrm xmlns:a="http://schemas.openxmlformats.org/drawingml/2006/main">
            <a:off x="8667750" y="4981575"/>
            <a:ext cx="2571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i="0">
                <a:solidFill>
                  <a:srgbClr val="5E5C5B"/>
                </a:solidFill>
                <a:latin typeface="Arial"/>
                <a:ea typeface="Arial"/>
                <a:cs typeface="Arial"/>
              </a:defRPr>
            </a:defPPr>
            <a:lvl1pPr>
              <a:defRPr sz="1725" b="0" i="0">
                <a:solidFill>
                  <a:srgbClr val="5E5C5B"/>
                </a:solidFill>
                <a:latin typeface="Arial"/>
                <a:ea typeface="Arial"/>
                <a:cs typeface="Arial"/>
              </a:defRPr>
            </a:lvl1pPr>
            <a:lvl2pPr>
              <a:defRPr sz="1725" b="0" i="0">
                <a:solidFill>
                  <a:srgbClr val="5E5C5B"/>
                </a:solidFill>
                <a:latin typeface="Arial"/>
                <a:ea typeface="Arial"/>
                <a:cs typeface="Arial"/>
              </a:defRPr>
            </a:lvl2pPr>
            <a:lvl3pPr>
              <a:defRPr sz="1725" b="0" i="0">
                <a:solidFill>
                  <a:srgbClr val="5E5C5B"/>
                </a:solidFill>
                <a:latin typeface="Arial"/>
                <a:ea typeface="Arial"/>
                <a:cs typeface="Arial"/>
              </a:defRPr>
            </a:lvl3pPr>
            <a:lvl4pPr>
              <a:defRPr sz="1725" b="0" i="0">
                <a:solidFill>
                  <a:srgbClr val="5E5C5B"/>
                </a:solidFill>
                <a:latin typeface="Arial"/>
                <a:ea typeface="Arial"/>
                <a:cs typeface="Arial"/>
              </a:defRPr>
            </a:lvl4pPr>
            <a:lvl5pPr>
              <a:defRPr sz="1725" b="0" i="0">
                <a:solidFill>
                  <a:srgbClr val="5E5C5B"/>
                </a:solidFill>
                <a:latin typeface="Arial"/>
                <a:ea typeface="Arial"/>
                <a:cs typeface="Arial"/>
              </a:defRPr>
            </a:lvl5pPr>
            <a:lvl6pPr>
              <a:defRPr sz="1725" b="0" i="0">
                <a:solidFill>
                  <a:srgbClr val="5E5C5B"/>
                </a:solidFill>
                <a:latin typeface="Arial"/>
                <a:ea typeface="Arial"/>
                <a:cs typeface="Arial"/>
              </a:defRPr>
            </a:lvl6pPr>
            <a:lvl7pPr>
              <a:defRPr sz="1725" b="0" i="0">
                <a:solidFill>
                  <a:srgbClr val="5E5C5B"/>
                </a:solidFill>
                <a:latin typeface="Arial"/>
                <a:ea typeface="Arial"/>
                <a:cs typeface="Arial"/>
              </a:defRPr>
            </a:lvl7pPr>
            <a:lvl8pPr>
              <a:defRPr sz="1725" b="0" i="0">
                <a:solidFill>
                  <a:srgbClr val="5E5C5B"/>
                </a:solidFill>
                <a:latin typeface="Arial"/>
                <a:ea typeface="Arial"/>
                <a:cs typeface="Arial"/>
              </a:defRPr>
            </a:lvl8pPr>
            <a:lvl9pPr>
              <a:defRPr sz="1725" b="0" i="0">
                <a:solidFill>
                  <a:srgbClr val="5E5C5B"/>
                </a:solidFill>
                <a:latin typeface="Arial"/>
                <a:ea typeface="Arial"/>
                <a:cs typeface="Arial"/>
              </a:defRPr>
            </a:lvl9pPr>
          </a:lstStyle>
          <a:p xmlns:a="http://schemas.openxmlformats.org/drawingml/2006/main">
            <a:pPr>
              <a:defRPr sz="1725" b="0" i="0">
                <a:solidFill>
                  <a:srgbClr val="5E5C5B"/>
                </a:solidFill>
                <a:latin typeface="Arial"/>
                <a:ea typeface="Arial"/>
                <a:cs typeface="Arial"/>
              </a:defRPr>
            </a:pPr>
            <a:r>
              <a:rPr sz="1725" b="0" i="0">
                <a:solidFill>
                  <a:srgbClr val="5E5C5B"/>
                </a:solidFill>
                <a:latin typeface="Arial"/>
                <a:ea typeface="Arial"/>
                <a:cs typeface="Arial"/>
              </a:rPr>
              <a:t>Compare the output and</a:t>
            </a:r>
          </a:p>
          <a:p xmlns:a="http://schemas.openxmlformats.org/drawingml/2006/main">
            <a:pPr>
              <a:defRPr sz="1725" b="0" i="0">
                <a:solidFill>
                  <a:srgbClr val="5E5C5B"/>
                </a:solidFill>
                <a:latin typeface="Arial"/>
                <a:ea typeface="Arial"/>
                <a:cs typeface="Arial"/>
              </a:defRPr>
            </a:pPr>
            <a:r>
              <a:rPr sz="1725" b="0" i="0">
                <a:solidFill>
                  <a:srgbClr val="5E5C5B"/>
                </a:solidFill>
                <a:latin typeface="Arial"/>
                <a:ea typeface="Arial"/>
                <a:cs typeface="Arial"/>
              </a:rPr>
              <a:t>explore detected objects.</a:t>
            </a:r>
          </a:p>
        </p:txBody>
      </p:sp>
    </p:spTree>
    <p:extLst>
      <p:ext uri="{BB962C8B-B14F-4D97-AF65-F5344CB8AC3E}">
        <p14:creationId xmlns:p14="http://schemas.microsoft.com/office/powerpoint/2010/main" val="872601763"/>
      </p:ext>
    </p:extLst>
  </p:cSld>
</p:sld>
</file>

<file path=ppt/slides/slide4.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AA4C2824-3CAD-4E0E-AF6B-0E0488D1A198}"/>
              </a:ext>
            </a:extLst>
          </p:cNvPr>
          <p:cNvPicPr>
            <a:picLocks xmlns:a="http://schemas.openxmlformats.org/drawingml/2006/main" noChangeAspect="1"/>
          </p:cNvPicPr>
          <p:nvPr/>
        </p:nvPicPr>
        <p:blipFill>
          <a:blip xmlns:r="http://schemas.openxmlformats.org/officeDocument/2006/relationships" xmlns:a="http://schemas.openxmlformats.org/drawingml/2006/main" r:embed="R37cd1658ea77403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xt-42">
            <a:extLst xmlns:a="http://schemas.openxmlformats.org/drawingml/2006/main">
              <a:ext uri="{FF2B5EF4-FFF2-40B4-BE49-F238E27FC236}">
                <a16:creationId xmlns:a16="http://schemas.microsoft.com/office/drawing/2014/main" id="{5412B8D7-9C2F-47E3-A287-27EC14E5E802}"/>
              </a:ext>
            </a:extLst>
          </p:cNvPr>
          <p:cNvSpPr>
            <a:spLocks xmlns:a="http://schemas.openxmlformats.org/drawingml/2006/main" noGrp="1"/>
          </p:cNvSpPr>
          <p:nvPr/>
        </p:nvSpPr>
        <p:spPr>
          <a:xfrm xmlns:a="http://schemas.openxmlformats.org/drawingml/2006/main">
            <a:off x="762000" y="628650"/>
            <a:ext cx="9239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0" i="0">
                <a:solidFill>
                  <a:srgbClr val="A52836"/>
                </a:solidFill>
                <a:latin typeface="Georgia"/>
                <a:ea typeface="Georgia"/>
                <a:cs typeface="Georgia"/>
              </a:defRPr>
            </a:defPPr>
            <a:lvl1pPr>
              <a:defRPr sz="3300" b="0" i="0">
                <a:solidFill>
                  <a:srgbClr val="A52836"/>
                </a:solidFill>
                <a:latin typeface="Georgia"/>
                <a:ea typeface="Georgia"/>
                <a:cs typeface="Georgia"/>
              </a:defRPr>
            </a:lvl1pPr>
            <a:lvl2pPr>
              <a:defRPr sz="3300" b="0" i="0">
                <a:solidFill>
                  <a:srgbClr val="A52836"/>
                </a:solidFill>
                <a:latin typeface="Georgia"/>
                <a:ea typeface="Georgia"/>
                <a:cs typeface="Georgia"/>
              </a:defRPr>
            </a:lvl2pPr>
            <a:lvl3pPr>
              <a:defRPr sz="3300" b="0" i="0">
                <a:solidFill>
                  <a:srgbClr val="A52836"/>
                </a:solidFill>
                <a:latin typeface="Georgia"/>
                <a:ea typeface="Georgia"/>
                <a:cs typeface="Georgia"/>
              </a:defRPr>
            </a:lvl3pPr>
            <a:lvl4pPr>
              <a:defRPr sz="3300" b="0" i="0">
                <a:solidFill>
                  <a:srgbClr val="A52836"/>
                </a:solidFill>
                <a:latin typeface="Georgia"/>
                <a:ea typeface="Georgia"/>
                <a:cs typeface="Georgia"/>
              </a:defRPr>
            </a:lvl4pPr>
            <a:lvl5pPr>
              <a:defRPr sz="3300" b="0" i="0">
                <a:solidFill>
                  <a:srgbClr val="A52836"/>
                </a:solidFill>
                <a:latin typeface="Georgia"/>
                <a:ea typeface="Georgia"/>
                <a:cs typeface="Georgia"/>
              </a:defRPr>
            </a:lvl5pPr>
            <a:lvl6pPr>
              <a:defRPr sz="3300" b="0" i="0">
                <a:solidFill>
                  <a:srgbClr val="A52836"/>
                </a:solidFill>
                <a:latin typeface="Georgia"/>
                <a:ea typeface="Georgia"/>
                <a:cs typeface="Georgia"/>
              </a:defRPr>
            </a:lvl6pPr>
            <a:lvl7pPr>
              <a:defRPr sz="3300" b="0" i="0">
                <a:solidFill>
                  <a:srgbClr val="A52836"/>
                </a:solidFill>
                <a:latin typeface="Georgia"/>
                <a:ea typeface="Georgia"/>
                <a:cs typeface="Georgia"/>
              </a:defRPr>
            </a:lvl7pPr>
            <a:lvl8pPr>
              <a:defRPr sz="3300" b="0" i="0">
                <a:solidFill>
                  <a:srgbClr val="A52836"/>
                </a:solidFill>
                <a:latin typeface="Georgia"/>
                <a:ea typeface="Georgia"/>
                <a:cs typeface="Georgia"/>
              </a:defRPr>
            </a:lvl8pPr>
            <a:lvl9pPr>
              <a:defRPr sz="3300" b="0" i="0">
                <a:solidFill>
                  <a:srgbClr val="A52836"/>
                </a:solidFill>
                <a:latin typeface="Georgia"/>
                <a:ea typeface="Georgia"/>
                <a:cs typeface="Georgia"/>
              </a:defRPr>
            </a:lvl9pPr>
          </a:lstStyle>
          <a:p xmlns:a="http://schemas.openxmlformats.org/drawingml/2006/main">
            <a:pPr>
              <a:defRPr sz="3300" b="0" i="0">
                <a:solidFill>
                  <a:srgbClr val="A52836"/>
                </a:solidFill>
                <a:latin typeface="Georgia"/>
                <a:ea typeface="Georgia"/>
                <a:cs typeface="Georgia"/>
              </a:defRPr>
            </a:pPr>
            <a:r>
              <a:rPr sz="3300" b="0" i="0">
                <a:solidFill>
                  <a:srgbClr val="A52836"/>
                </a:solidFill>
                <a:latin typeface="Georgia"/>
                <a:ea typeface="Georgia"/>
                <a:cs typeface="Georgia"/>
              </a:rPr>
              <a:t>Where and when to observe</a:t>
            </a:r>
          </a:p>
        </p:txBody>
      </p:sp>
      <p:sp>
        <p:nvSpPr>
          <p:cNvPr id="3" name="text-43">
            <a:extLst xmlns:a="http://schemas.openxmlformats.org/drawingml/2006/main">
              <a:ext uri="{FF2B5EF4-FFF2-40B4-BE49-F238E27FC236}">
                <a16:creationId xmlns:a16="http://schemas.microsoft.com/office/drawing/2014/main" id="{1E4B422C-92CC-4030-B1F8-EC3CB25AC893}"/>
              </a:ext>
            </a:extLst>
          </p:cNvPr>
          <p:cNvSpPr>
            <a:spLocks xmlns:a="http://schemas.openxmlformats.org/drawingml/2006/main" noGrp="1"/>
          </p:cNvSpPr>
          <p:nvPr/>
        </p:nvSpPr>
        <p:spPr>
          <a:xfrm xmlns:a="http://schemas.openxmlformats.org/drawingml/2006/main">
            <a:off x="762000" y="6419850"/>
            <a:ext cx="523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i="0">
                <a:solidFill>
                  <a:srgbClr val="77716A"/>
                </a:solidFill>
                <a:latin typeface="Arial"/>
                <a:ea typeface="Arial"/>
                <a:cs typeface="Arial"/>
              </a:defRPr>
            </a:defPPr>
            <a:lvl1pPr>
              <a:defRPr sz="1125" b="0" i="0">
                <a:solidFill>
                  <a:srgbClr val="77716A"/>
                </a:solidFill>
                <a:latin typeface="Arial"/>
                <a:ea typeface="Arial"/>
                <a:cs typeface="Arial"/>
              </a:defRPr>
            </a:lvl1pPr>
            <a:lvl2pPr>
              <a:defRPr sz="1125" b="0" i="0">
                <a:solidFill>
                  <a:srgbClr val="77716A"/>
                </a:solidFill>
                <a:latin typeface="Arial"/>
                <a:ea typeface="Arial"/>
                <a:cs typeface="Arial"/>
              </a:defRPr>
            </a:lvl2pPr>
            <a:lvl3pPr>
              <a:defRPr sz="1125" b="0" i="0">
                <a:solidFill>
                  <a:srgbClr val="77716A"/>
                </a:solidFill>
                <a:latin typeface="Arial"/>
                <a:ea typeface="Arial"/>
                <a:cs typeface="Arial"/>
              </a:defRPr>
            </a:lvl3pPr>
            <a:lvl4pPr>
              <a:defRPr sz="1125" b="0" i="0">
                <a:solidFill>
                  <a:srgbClr val="77716A"/>
                </a:solidFill>
                <a:latin typeface="Arial"/>
                <a:ea typeface="Arial"/>
                <a:cs typeface="Arial"/>
              </a:defRPr>
            </a:lvl4pPr>
            <a:lvl5pPr>
              <a:defRPr sz="1125" b="0" i="0">
                <a:solidFill>
                  <a:srgbClr val="77716A"/>
                </a:solidFill>
                <a:latin typeface="Arial"/>
                <a:ea typeface="Arial"/>
                <a:cs typeface="Arial"/>
              </a:defRPr>
            </a:lvl5pPr>
            <a:lvl6pPr>
              <a:defRPr sz="1125" b="0" i="0">
                <a:solidFill>
                  <a:srgbClr val="77716A"/>
                </a:solidFill>
                <a:latin typeface="Arial"/>
                <a:ea typeface="Arial"/>
                <a:cs typeface="Arial"/>
              </a:defRPr>
            </a:lvl6pPr>
            <a:lvl7pPr>
              <a:defRPr sz="1125" b="0" i="0">
                <a:solidFill>
                  <a:srgbClr val="77716A"/>
                </a:solidFill>
                <a:latin typeface="Arial"/>
                <a:ea typeface="Arial"/>
                <a:cs typeface="Arial"/>
              </a:defRPr>
            </a:lvl7pPr>
            <a:lvl8pPr>
              <a:defRPr sz="1125" b="0" i="0">
                <a:solidFill>
                  <a:srgbClr val="77716A"/>
                </a:solidFill>
                <a:latin typeface="Arial"/>
                <a:ea typeface="Arial"/>
                <a:cs typeface="Arial"/>
              </a:defRPr>
            </a:lvl8pPr>
            <a:lvl9pPr>
              <a:defRPr sz="1125" b="0" i="0">
                <a:solidFill>
                  <a:srgbClr val="77716A"/>
                </a:solidFill>
                <a:latin typeface="Arial"/>
                <a:ea typeface="Arial"/>
                <a:cs typeface="Arial"/>
              </a:defRPr>
            </a:lvl9pPr>
          </a:lstStyle>
          <a:p xmlns:a="http://schemas.openxmlformats.org/drawingml/2006/main">
            <a:pPr>
              <a:defRPr sz="1125" b="0" i="0">
                <a:solidFill>
                  <a:srgbClr val="77716A"/>
                </a:solidFill>
                <a:latin typeface="Arial"/>
                <a:ea typeface="Arial"/>
                <a:cs typeface="Arial"/>
              </a:defRPr>
            </a:pPr>
            <a:r>
              <a:rPr sz="1125" b="0" i="0">
                <a:solidFill>
                  <a:srgbClr val="77716A"/>
                </a:solidFill>
                <a:latin typeface="Arial"/>
                <a:ea typeface="Arial"/>
                <a:cs typeface="Arial"/>
              </a:rPr>
              <a:t>TSUKUYOMI WATCH     /     04 OF 08</a:t>
            </a:r>
          </a:p>
        </p:txBody>
      </p:sp>
      <p:sp>
        <p:nvSpPr>
          <p:cNvPr id="4" name="text-44">
            <a:extLst xmlns:a="http://schemas.openxmlformats.org/drawingml/2006/main">
              <a:ext uri="{FF2B5EF4-FFF2-40B4-BE49-F238E27FC236}">
                <a16:creationId xmlns:a16="http://schemas.microsoft.com/office/drawing/2014/main" id="{0F935E0E-B84E-44B1-9B37-E3CD2D5C9190}"/>
              </a:ext>
            </a:extLst>
          </p:cNvPr>
          <p:cNvSpPr>
            <a:spLocks xmlns:a="http://schemas.openxmlformats.org/drawingml/2006/main" noGrp="1"/>
          </p:cNvSpPr>
          <p:nvPr/>
        </p:nvSpPr>
        <p:spPr>
          <a:xfrm xmlns:a="http://schemas.openxmlformats.org/drawingml/2006/main">
            <a:off x="781050" y="1533525"/>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i="0">
                <a:solidFill>
                  <a:srgbClr val="A52836"/>
                </a:solidFill>
                <a:latin typeface="Arial"/>
                <a:ea typeface="Arial"/>
                <a:cs typeface="Arial"/>
              </a:defRPr>
            </a:defPPr>
            <a:lvl1pPr>
              <a:defRPr sz="1275" b="1" i="0">
                <a:solidFill>
                  <a:srgbClr val="A52836"/>
                </a:solidFill>
                <a:latin typeface="Arial"/>
                <a:ea typeface="Arial"/>
                <a:cs typeface="Arial"/>
              </a:defRPr>
            </a:lvl1pPr>
            <a:lvl2pPr>
              <a:defRPr sz="1275" b="1" i="0">
                <a:solidFill>
                  <a:srgbClr val="A52836"/>
                </a:solidFill>
                <a:latin typeface="Arial"/>
                <a:ea typeface="Arial"/>
                <a:cs typeface="Arial"/>
              </a:defRPr>
            </a:lvl2pPr>
            <a:lvl3pPr>
              <a:defRPr sz="1275" b="1" i="0">
                <a:solidFill>
                  <a:srgbClr val="A52836"/>
                </a:solidFill>
                <a:latin typeface="Arial"/>
                <a:ea typeface="Arial"/>
                <a:cs typeface="Arial"/>
              </a:defRPr>
            </a:lvl3pPr>
            <a:lvl4pPr>
              <a:defRPr sz="1275" b="1" i="0">
                <a:solidFill>
                  <a:srgbClr val="A52836"/>
                </a:solidFill>
                <a:latin typeface="Arial"/>
                <a:ea typeface="Arial"/>
                <a:cs typeface="Arial"/>
              </a:defRPr>
            </a:lvl4pPr>
            <a:lvl5pPr>
              <a:defRPr sz="1275" b="1" i="0">
                <a:solidFill>
                  <a:srgbClr val="A52836"/>
                </a:solidFill>
                <a:latin typeface="Arial"/>
                <a:ea typeface="Arial"/>
                <a:cs typeface="Arial"/>
              </a:defRPr>
            </a:lvl5pPr>
            <a:lvl6pPr>
              <a:defRPr sz="1275" b="1" i="0">
                <a:solidFill>
                  <a:srgbClr val="A52836"/>
                </a:solidFill>
                <a:latin typeface="Arial"/>
                <a:ea typeface="Arial"/>
                <a:cs typeface="Arial"/>
              </a:defRPr>
            </a:lvl6pPr>
            <a:lvl7pPr>
              <a:defRPr sz="1275" b="1" i="0">
                <a:solidFill>
                  <a:srgbClr val="A52836"/>
                </a:solidFill>
                <a:latin typeface="Arial"/>
                <a:ea typeface="Arial"/>
                <a:cs typeface="Arial"/>
              </a:defRPr>
            </a:lvl7pPr>
            <a:lvl8pPr>
              <a:defRPr sz="1275" b="1" i="0">
                <a:solidFill>
                  <a:srgbClr val="A52836"/>
                </a:solidFill>
                <a:latin typeface="Arial"/>
                <a:ea typeface="Arial"/>
                <a:cs typeface="Arial"/>
              </a:defRPr>
            </a:lvl8pPr>
            <a:lvl9pPr>
              <a:defRPr sz="1275" b="1" i="0">
                <a:solidFill>
                  <a:srgbClr val="A52836"/>
                </a:solidFill>
                <a:latin typeface="Arial"/>
                <a:ea typeface="Arial"/>
                <a:cs typeface="Arial"/>
              </a:defRPr>
            </a:lvl9pPr>
          </a:lstStyle>
          <a:p xmlns:a="http://schemas.openxmlformats.org/drawingml/2006/main">
            <a:pPr>
              <a:defRPr sz="1275" b="1" i="0">
                <a:solidFill>
                  <a:srgbClr val="A52836"/>
                </a:solidFill>
                <a:latin typeface="Arial"/>
                <a:ea typeface="Arial"/>
                <a:cs typeface="Arial"/>
              </a:defRPr>
            </a:pPr>
            <a:r>
              <a:rPr sz="1275" b="1" i="0">
                <a:solidFill>
                  <a:srgbClr val="A52836"/>
                </a:solidFill>
                <a:latin typeface="Arial"/>
                <a:ea typeface="Arial"/>
                <a:cs typeface="Arial"/>
              </a:rPr>
              <a:t>WATCHTOWER + CELESTIAL SCROLL</a:t>
            </a:r>
          </a:p>
        </p:txBody>
      </p:sp>
      <p:sp>
        <p:nvSpPr>
          <p:cNvPr id="5" name="text-45">
            <a:extLst xmlns:a="http://schemas.openxmlformats.org/drawingml/2006/main">
              <a:ext uri="{FF2B5EF4-FFF2-40B4-BE49-F238E27FC236}">
                <a16:creationId xmlns:a16="http://schemas.microsoft.com/office/drawing/2014/main" id="{5D702CA8-971F-4910-BBB2-5F766979FA1F}"/>
              </a:ext>
            </a:extLst>
          </p:cNvPr>
          <p:cNvSpPr>
            <a:spLocks xmlns:a="http://schemas.openxmlformats.org/drawingml/2006/main" noGrp="1"/>
          </p:cNvSpPr>
          <p:nvPr/>
        </p:nvSpPr>
        <p:spPr>
          <a:xfrm xmlns:a="http://schemas.openxmlformats.org/drawingml/2006/main">
            <a:off x="781050" y="2228850"/>
            <a:ext cx="452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0" i="0">
                <a:solidFill>
                  <a:srgbClr val="292B30"/>
                </a:solidFill>
                <a:latin typeface="Georgia"/>
                <a:ea typeface="Georgia"/>
                <a:cs typeface="Georgia"/>
              </a:defRPr>
            </a:defPPr>
            <a:lvl1pPr>
              <a:defRPr sz="2475" b="0" i="0">
                <a:solidFill>
                  <a:srgbClr val="292B30"/>
                </a:solidFill>
                <a:latin typeface="Georgia"/>
                <a:ea typeface="Georgia"/>
                <a:cs typeface="Georgia"/>
              </a:defRPr>
            </a:lvl1pPr>
            <a:lvl2pPr>
              <a:defRPr sz="2475" b="0" i="0">
                <a:solidFill>
                  <a:srgbClr val="292B30"/>
                </a:solidFill>
                <a:latin typeface="Georgia"/>
                <a:ea typeface="Georgia"/>
                <a:cs typeface="Georgia"/>
              </a:defRPr>
            </a:lvl2pPr>
            <a:lvl3pPr>
              <a:defRPr sz="2475" b="0" i="0">
                <a:solidFill>
                  <a:srgbClr val="292B30"/>
                </a:solidFill>
                <a:latin typeface="Georgia"/>
                <a:ea typeface="Georgia"/>
                <a:cs typeface="Georgia"/>
              </a:defRPr>
            </a:lvl3pPr>
            <a:lvl4pPr>
              <a:defRPr sz="2475" b="0" i="0">
                <a:solidFill>
                  <a:srgbClr val="292B30"/>
                </a:solidFill>
                <a:latin typeface="Georgia"/>
                <a:ea typeface="Georgia"/>
                <a:cs typeface="Georgia"/>
              </a:defRPr>
            </a:lvl4pPr>
            <a:lvl5pPr>
              <a:defRPr sz="2475" b="0" i="0">
                <a:solidFill>
                  <a:srgbClr val="292B30"/>
                </a:solidFill>
                <a:latin typeface="Georgia"/>
                <a:ea typeface="Georgia"/>
                <a:cs typeface="Georgia"/>
              </a:defRPr>
            </a:lvl5pPr>
            <a:lvl6pPr>
              <a:defRPr sz="2475" b="0" i="0">
                <a:solidFill>
                  <a:srgbClr val="292B30"/>
                </a:solidFill>
                <a:latin typeface="Georgia"/>
                <a:ea typeface="Georgia"/>
                <a:cs typeface="Georgia"/>
              </a:defRPr>
            </a:lvl6pPr>
            <a:lvl7pPr>
              <a:defRPr sz="2475" b="0" i="0">
                <a:solidFill>
                  <a:srgbClr val="292B30"/>
                </a:solidFill>
                <a:latin typeface="Georgia"/>
                <a:ea typeface="Georgia"/>
                <a:cs typeface="Georgia"/>
              </a:defRPr>
            </a:lvl7pPr>
            <a:lvl8pPr>
              <a:defRPr sz="2475" b="0" i="0">
                <a:solidFill>
                  <a:srgbClr val="292B30"/>
                </a:solidFill>
                <a:latin typeface="Georgia"/>
                <a:ea typeface="Georgia"/>
                <a:cs typeface="Georgia"/>
              </a:defRPr>
            </a:lvl8pPr>
            <a:lvl9pPr>
              <a:defRPr sz="2475" b="0" i="0">
                <a:solidFill>
                  <a:srgbClr val="292B30"/>
                </a:solidFill>
                <a:latin typeface="Georgia"/>
                <a:ea typeface="Georgia"/>
                <a:cs typeface="Georgia"/>
              </a:defRPr>
            </a:lvl9pPr>
          </a:lstStyle>
          <a:p xmlns:a="http://schemas.openxmlformats.org/drawingml/2006/main">
            <a:pPr>
              <a:defRPr sz="2475" b="0" i="0">
                <a:solidFill>
                  <a:srgbClr val="292B30"/>
                </a:solidFill>
                <a:latin typeface="Georgia"/>
                <a:ea typeface="Georgia"/>
                <a:cs typeface="Georgia"/>
              </a:defRPr>
            </a:pPr>
            <a:r>
              <a:rPr sz="2475" b="0" i="0">
                <a:solidFill>
                  <a:srgbClr val="292B30"/>
                </a:solidFill>
                <a:latin typeface="Georgia"/>
                <a:ea typeface="Georgia"/>
                <a:cs typeface="Georgia"/>
              </a:rPr>
              <a:t>Night Honor Score</a:t>
            </a:r>
          </a:p>
        </p:txBody>
      </p:sp>
      <p:sp>
        <p:nvSpPr>
          <p:cNvPr id="6" name="text-46">
            <a:extLst xmlns:a="http://schemas.openxmlformats.org/drawingml/2006/main">
              <a:ext uri="{FF2B5EF4-FFF2-40B4-BE49-F238E27FC236}">
                <a16:creationId xmlns:a16="http://schemas.microsoft.com/office/drawing/2014/main" id="{792ED3D7-EF8D-4446-B167-4D2171C0D2BE}"/>
              </a:ext>
            </a:extLst>
          </p:cNvPr>
          <p:cNvSpPr>
            <a:spLocks xmlns:a="http://schemas.openxmlformats.org/drawingml/2006/main" noGrp="1"/>
          </p:cNvSpPr>
          <p:nvPr/>
        </p:nvSpPr>
        <p:spPr>
          <a:xfrm xmlns:a="http://schemas.openxmlformats.org/drawingml/2006/main">
            <a:off x="723900" y="2790825"/>
            <a:ext cx="43815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600" b="0" i="0">
                <a:solidFill>
                  <a:srgbClr val="A52836"/>
                </a:solidFill>
                <a:latin typeface="Georgia"/>
                <a:ea typeface="Georgia"/>
                <a:cs typeface="Georgia"/>
              </a:defRPr>
            </a:defPPr>
            <a:lvl1pPr>
              <a:defRPr sz="6600" b="0" i="0">
                <a:solidFill>
                  <a:srgbClr val="A52836"/>
                </a:solidFill>
                <a:latin typeface="Georgia"/>
                <a:ea typeface="Georgia"/>
                <a:cs typeface="Georgia"/>
              </a:defRPr>
            </a:lvl1pPr>
            <a:lvl2pPr>
              <a:defRPr sz="6600" b="0" i="0">
                <a:solidFill>
                  <a:srgbClr val="A52836"/>
                </a:solidFill>
                <a:latin typeface="Georgia"/>
                <a:ea typeface="Georgia"/>
                <a:cs typeface="Georgia"/>
              </a:defRPr>
            </a:lvl2pPr>
            <a:lvl3pPr>
              <a:defRPr sz="6600" b="0" i="0">
                <a:solidFill>
                  <a:srgbClr val="A52836"/>
                </a:solidFill>
                <a:latin typeface="Georgia"/>
                <a:ea typeface="Georgia"/>
                <a:cs typeface="Georgia"/>
              </a:defRPr>
            </a:lvl3pPr>
            <a:lvl4pPr>
              <a:defRPr sz="6600" b="0" i="0">
                <a:solidFill>
                  <a:srgbClr val="A52836"/>
                </a:solidFill>
                <a:latin typeface="Georgia"/>
                <a:ea typeface="Georgia"/>
                <a:cs typeface="Georgia"/>
              </a:defRPr>
            </a:lvl4pPr>
            <a:lvl5pPr>
              <a:defRPr sz="6600" b="0" i="0">
                <a:solidFill>
                  <a:srgbClr val="A52836"/>
                </a:solidFill>
                <a:latin typeface="Georgia"/>
                <a:ea typeface="Georgia"/>
                <a:cs typeface="Georgia"/>
              </a:defRPr>
            </a:lvl5pPr>
            <a:lvl6pPr>
              <a:defRPr sz="6600" b="0" i="0">
                <a:solidFill>
                  <a:srgbClr val="A52836"/>
                </a:solidFill>
                <a:latin typeface="Georgia"/>
                <a:ea typeface="Georgia"/>
                <a:cs typeface="Georgia"/>
              </a:defRPr>
            </a:lvl6pPr>
            <a:lvl7pPr>
              <a:defRPr sz="6600" b="0" i="0">
                <a:solidFill>
                  <a:srgbClr val="A52836"/>
                </a:solidFill>
                <a:latin typeface="Georgia"/>
                <a:ea typeface="Georgia"/>
                <a:cs typeface="Georgia"/>
              </a:defRPr>
            </a:lvl7pPr>
            <a:lvl8pPr>
              <a:defRPr sz="6600" b="0" i="0">
                <a:solidFill>
                  <a:srgbClr val="A52836"/>
                </a:solidFill>
                <a:latin typeface="Georgia"/>
                <a:ea typeface="Georgia"/>
                <a:cs typeface="Georgia"/>
              </a:defRPr>
            </a:lvl8pPr>
            <a:lvl9pPr>
              <a:defRPr sz="6600" b="0" i="0">
                <a:solidFill>
                  <a:srgbClr val="A52836"/>
                </a:solidFill>
                <a:latin typeface="Georgia"/>
                <a:ea typeface="Georgia"/>
                <a:cs typeface="Georgia"/>
              </a:defRPr>
            </a:lvl9pPr>
          </a:lstStyle>
          <a:p xmlns:a="http://schemas.openxmlformats.org/drawingml/2006/main">
            <a:pPr>
              <a:defRPr sz="6600" b="0" i="0">
                <a:solidFill>
                  <a:srgbClr val="A52836"/>
                </a:solidFill>
                <a:latin typeface="Georgia"/>
                <a:ea typeface="Georgia"/>
                <a:cs typeface="Georgia"/>
              </a:defRPr>
            </a:pPr>
            <a:r>
              <a:rPr sz="6600" b="0" i="0">
                <a:solidFill>
                  <a:srgbClr val="A52836"/>
                </a:solidFill>
                <a:latin typeface="Georgia"/>
                <a:ea typeface="Georgia"/>
                <a:cs typeface="Georgia"/>
              </a:rPr>
              <a:t>0–100</a:t>
            </a:r>
          </a:p>
        </p:txBody>
      </p:sp>
      <p:sp>
        <p:nvSpPr>
          <p:cNvPr id="7" name="text-47">
            <a:extLst xmlns:a="http://schemas.openxmlformats.org/drawingml/2006/main">
              <a:ext uri="{FF2B5EF4-FFF2-40B4-BE49-F238E27FC236}">
                <a16:creationId xmlns:a16="http://schemas.microsoft.com/office/drawing/2014/main" id="{C9FFC266-820E-4401-B8B7-8AF9EB8063A4}"/>
              </a:ext>
            </a:extLst>
          </p:cNvPr>
          <p:cNvSpPr>
            <a:spLocks xmlns:a="http://schemas.openxmlformats.org/drawingml/2006/main" noGrp="1"/>
          </p:cNvSpPr>
          <p:nvPr/>
        </p:nvSpPr>
        <p:spPr>
          <a:xfrm xmlns:a="http://schemas.openxmlformats.org/drawingml/2006/main">
            <a:off x="790575" y="4019550"/>
            <a:ext cx="4572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i="0">
                <a:solidFill>
                  <a:srgbClr val="5E5C5B"/>
                </a:solidFill>
                <a:latin typeface="Arial"/>
                <a:ea typeface="Arial"/>
                <a:cs typeface="Arial"/>
              </a:defRPr>
            </a:defPPr>
            <a:lvl1pPr>
              <a:defRPr sz="1875" b="0" i="0">
                <a:solidFill>
                  <a:srgbClr val="5E5C5B"/>
                </a:solidFill>
                <a:latin typeface="Arial"/>
                <a:ea typeface="Arial"/>
                <a:cs typeface="Arial"/>
              </a:defRPr>
            </a:lvl1pPr>
            <a:lvl2pPr>
              <a:defRPr sz="1875" b="0" i="0">
                <a:solidFill>
                  <a:srgbClr val="5E5C5B"/>
                </a:solidFill>
                <a:latin typeface="Arial"/>
                <a:ea typeface="Arial"/>
                <a:cs typeface="Arial"/>
              </a:defRPr>
            </a:lvl2pPr>
            <a:lvl3pPr>
              <a:defRPr sz="1875" b="0" i="0">
                <a:solidFill>
                  <a:srgbClr val="5E5C5B"/>
                </a:solidFill>
                <a:latin typeface="Arial"/>
                <a:ea typeface="Arial"/>
                <a:cs typeface="Arial"/>
              </a:defRPr>
            </a:lvl3pPr>
            <a:lvl4pPr>
              <a:defRPr sz="1875" b="0" i="0">
                <a:solidFill>
                  <a:srgbClr val="5E5C5B"/>
                </a:solidFill>
                <a:latin typeface="Arial"/>
                <a:ea typeface="Arial"/>
                <a:cs typeface="Arial"/>
              </a:defRPr>
            </a:lvl4pPr>
            <a:lvl5pPr>
              <a:defRPr sz="1875" b="0" i="0">
                <a:solidFill>
                  <a:srgbClr val="5E5C5B"/>
                </a:solidFill>
                <a:latin typeface="Arial"/>
                <a:ea typeface="Arial"/>
                <a:cs typeface="Arial"/>
              </a:defRPr>
            </a:lvl5pPr>
            <a:lvl6pPr>
              <a:defRPr sz="1875" b="0" i="0">
                <a:solidFill>
                  <a:srgbClr val="5E5C5B"/>
                </a:solidFill>
                <a:latin typeface="Arial"/>
                <a:ea typeface="Arial"/>
                <a:cs typeface="Arial"/>
              </a:defRPr>
            </a:lvl6pPr>
            <a:lvl7pPr>
              <a:defRPr sz="1875" b="0" i="0">
                <a:solidFill>
                  <a:srgbClr val="5E5C5B"/>
                </a:solidFill>
                <a:latin typeface="Arial"/>
                <a:ea typeface="Arial"/>
                <a:cs typeface="Arial"/>
              </a:defRPr>
            </a:lvl7pPr>
            <a:lvl8pPr>
              <a:defRPr sz="1875" b="0" i="0">
                <a:solidFill>
                  <a:srgbClr val="5E5C5B"/>
                </a:solidFill>
                <a:latin typeface="Arial"/>
                <a:ea typeface="Arial"/>
                <a:cs typeface="Arial"/>
              </a:defRPr>
            </a:lvl8pPr>
            <a:lvl9pPr>
              <a:defRPr sz="1875" b="0" i="0">
                <a:solidFill>
                  <a:srgbClr val="5E5C5B"/>
                </a:solidFill>
                <a:latin typeface="Arial"/>
                <a:ea typeface="Arial"/>
                <a:cs typeface="Arial"/>
              </a:defRPr>
            </a:lvl9pPr>
          </a:lstStyle>
          <a:p xmlns:a="http://schemas.openxmlformats.org/drawingml/2006/main">
            <a:pPr>
              <a:defRPr sz="1875" b="0" i="0">
                <a:solidFill>
                  <a:srgbClr val="5E5C5B"/>
                </a:solidFill>
                <a:latin typeface="Arial"/>
                <a:ea typeface="Arial"/>
                <a:cs typeface="Arial"/>
              </a:defRPr>
            </a:pPr>
            <a:r>
              <a:rPr sz="1875" b="0" i="0">
                <a:solidFill>
                  <a:srgbClr val="5E5C5B"/>
                </a:solidFill>
                <a:latin typeface="Arial"/>
                <a:ea typeface="Arial"/>
                <a:cs typeface="Arial"/>
              </a:rPr>
              <a:t>An hourly score based on weather,</a:t>
            </a:r>
          </a:p>
          <a:p xmlns:a="http://schemas.openxmlformats.org/drawingml/2006/main">
            <a:pPr>
              <a:defRPr sz="1875" b="0" i="0">
                <a:solidFill>
                  <a:srgbClr val="5E5C5B"/>
                </a:solidFill>
                <a:latin typeface="Arial"/>
                <a:ea typeface="Arial"/>
                <a:cs typeface="Arial"/>
              </a:defRPr>
            </a:pPr>
            <a:r>
              <a:rPr sz="1875" b="0" i="0">
                <a:solidFill>
                  <a:srgbClr val="5E5C5B"/>
                </a:solidFill>
                <a:latin typeface="Arial"/>
                <a:ea typeface="Arial"/>
                <a:cs typeface="Arial"/>
              </a:rPr>
              <a:t>moonlight and local sky darkness.</a:t>
            </a:r>
          </a:p>
        </p:txBody>
      </p:sp>
      <p:sp>
        <p:nvSpPr>
          <p:cNvPr id="8" name="text-48">
            <a:extLst xmlns:a="http://schemas.openxmlformats.org/drawingml/2006/main">
              <a:ext uri="{FF2B5EF4-FFF2-40B4-BE49-F238E27FC236}">
                <a16:creationId xmlns:a16="http://schemas.microsoft.com/office/drawing/2014/main" id="{3BC3E41F-05B5-4ADF-87CC-0A31AC01A7B3}"/>
              </a:ext>
            </a:extLst>
          </p:cNvPr>
          <p:cNvSpPr>
            <a:spLocks xmlns:a="http://schemas.openxmlformats.org/drawingml/2006/main" noGrp="1"/>
          </p:cNvSpPr>
          <p:nvPr/>
        </p:nvSpPr>
        <p:spPr>
          <a:xfrm xmlns:a="http://schemas.openxmlformats.org/drawingml/2006/main">
            <a:off x="790575" y="5105400"/>
            <a:ext cx="4572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i="0">
                <a:solidFill>
                  <a:srgbClr val="292B30"/>
                </a:solidFill>
                <a:latin typeface="Arial"/>
                <a:ea typeface="Arial"/>
                <a:cs typeface="Arial"/>
              </a:defRPr>
            </a:defPPr>
            <a:lvl1pPr>
              <a:defRPr sz="1800" b="0" i="0">
                <a:solidFill>
                  <a:srgbClr val="292B30"/>
                </a:solidFill>
                <a:latin typeface="Arial"/>
                <a:ea typeface="Arial"/>
                <a:cs typeface="Arial"/>
              </a:defRPr>
            </a:lvl1pPr>
            <a:lvl2pPr>
              <a:defRPr sz="1800" b="0" i="0">
                <a:solidFill>
                  <a:srgbClr val="292B30"/>
                </a:solidFill>
                <a:latin typeface="Arial"/>
                <a:ea typeface="Arial"/>
                <a:cs typeface="Arial"/>
              </a:defRPr>
            </a:lvl2pPr>
            <a:lvl3pPr>
              <a:defRPr sz="1800" b="0" i="0">
                <a:solidFill>
                  <a:srgbClr val="292B30"/>
                </a:solidFill>
                <a:latin typeface="Arial"/>
                <a:ea typeface="Arial"/>
                <a:cs typeface="Arial"/>
              </a:defRPr>
            </a:lvl3pPr>
            <a:lvl4pPr>
              <a:defRPr sz="1800" b="0" i="0">
                <a:solidFill>
                  <a:srgbClr val="292B30"/>
                </a:solidFill>
                <a:latin typeface="Arial"/>
                <a:ea typeface="Arial"/>
                <a:cs typeface="Arial"/>
              </a:defRPr>
            </a:lvl4pPr>
            <a:lvl5pPr>
              <a:defRPr sz="1800" b="0" i="0">
                <a:solidFill>
                  <a:srgbClr val="292B30"/>
                </a:solidFill>
                <a:latin typeface="Arial"/>
                <a:ea typeface="Arial"/>
                <a:cs typeface="Arial"/>
              </a:defRPr>
            </a:lvl5pPr>
            <a:lvl6pPr>
              <a:defRPr sz="1800" b="0" i="0">
                <a:solidFill>
                  <a:srgbClr val="292B30"/>
                </a:solidFill>
                <a:latin typeface="Arial"/>
                <a:ea typeface="Arial"/>
                <a:cs typeface="Arial"/>
              </a:defRPr>
            </a:lvl6pPr>
            <a:lvl7pPr>
              <a:defRPr sz="1800" b="0" i="0">
                <a:solidFill>
                  <a:srgbClr val="292B30"/>
                </a:solidFill>
                <a:latin typeface="Arial"/>
                <a:ea typeface="Arial"/>
                <a:cs typeface="Arial"/>
              </a:defRPr>
            </a:lvl7pPr>
            <a:lvl8pPr>
              <a:defRPr sz="1800" b="0" i="0">
                <a:solidFill>
                  <a:srgbClr val="292B30"/>
                </a:solidFill>
                <a:latin typeface="Arial"/>
                <a:ea typeface="Arial"/>
                <a:cs typeface="Arial"/>
              </a:defRPr>
            </a:lvl8pPr>
            <a:lvl9pPr>
              <a:defRPr sz="1800" b="0" i="0">
                <a:solidFill>
                  <a:srgbClr val="292B30"/>
                </a:solidFill>
                <a:latin typeface="Arial"/>
                <a:ea typeface="Arial"/>
                <a:cs typeface="Arial"/>
              </a:defRPr>
            </a:lvl9pPr>
          </a:lstStyle>
          <a:p xmlns:a="http://schemas.openxmlformats.org/drawingml/2006/main">
            <a:pPr>
              <a:defRPr sz="1800" b="0" i="0">
                <a:solidFill>
                  <a:srgbClr val="292B30"/>
                </a:solidFill>
                <a:latin typeface="Arial"/>
                <a:ea typeface="Arial"/>
                <a:cs typeface="Arial"/>
              </a:defRPr>
            </a:pPr>
            <a:r>
              <a:rPr sz="1800" b="0" i="0">
                <a:solidFill>
                  <a:srgbClr val="292B30"/>
                </a:solidFill>
                <a:latin typeface="Arial"/>
                <a:ea typeface="Arial"/>
                <a:cs typeface="Arial"/>
              </a:rPr>
              <a:t>Each score exposes its inputs</a:t>
            </a:r>
          </a:p>
          <a:p xmlns:a="http://schemas.openxmlformats.org/drawingml/2006/main">
            <a:pPr>
              <a:defRPr sz="1800" b="0" i="0">
                <a:solidFill>
                  <a:srgbClr val="292B30"/>
                </a:solidFill>
                <a:latin typeface="Arial"/>
                <a:ea typeface="Arial"/>
                <a:cs typeface="Arial"/>
              </a:defRPr>
            </a:pPr>
            <a:r>
              <a:rPr sz="1800" b="0" i="0">
                <a:solidFill>
                  <a:srgbClr val="292B30"/>
                </a:solidFill>
                <a:latin typeface="Arial"/>
                <a:ea typeface="Arial"/>
                <a:cs typeface="Arial"/>
              </a:rPr>
              <a:t>and explains the best observing window.</a:t>
            </a:r>
          </a:p>
        </p:txBody>
      </p:sp>
      <p:sp>
        <p:nvSpPr>
          <p:cNvPr id="9" name="text-49">
            <a:extLst xmlns:a="http://schemas.openxmlformats.org/drawingml/2006/main">
              <a:ext uri="{FF2B5EF4-FFF2-40B4-BE49-F238E27FC236}">
                <a16:creationId xmlns:a16="http://schemas.microsoft.com/office/drawing/2014/main" id="{53A93B8D-9DE7-43D5-AD5A-F81E2B963B4A}"/>
              </a:ext>
            </a:extLst>
          </p:cNvPr>
          <p:cNvSpPr>
            <a:spLocks xmlns:a="http://schemas.openxmlformats.org/drawingml/2006/main" noGrp="1"/>
          </p:cNvSpPr>
          <p:nvPr/>
        </p:nvSpPr>
        <p:spPr>
          <a:xfrm xmlns:a="http://schemas.openxmlformats.org/drawingml/2006/main">
            <a:off x="6153150" y="2200275"/>
            <a:ext cx="4667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i="0">
                <a:solidFill>
                  <a:srgbClr val="292B30"/>
                </a:solidFill>
                <a:latin typeface="Arial"/>
                <a:ea typeface="Arial"/>
                <a:cs typeface="Arial"/>
              </a:defRPr>
            </a:defPPr>
            <a:lvl1pPr>
              <a:defRPr sz="2175" b="1" i="0">
                <a:solidFill>
                  <a:srgbClr val="292B30"/>
                </a:solidFill>
                <a:latin typeface="Arial"/>
                <a:ea typeface="Arial"/>
                <a:cs typeface="Arial"/>
              </a:defRPr>
            </a:lvl1pPr>
            <a:lvl2pPr>
              <a:defRPr sz="2175" b="1" i="0">
                <a:solidFill>
                  <a:srgbClr val="292B30"/>
                </a:solidFill>
                <a:latin typeface="Arial"/>
                <a:ea typeface="Arial"/>
                <a:cs typeface="Arial"/>
              </a:defRPr>
            </a:lvl2pPr>
            <a:lvl3pPr>
              <a:defRPr sz="2175" b="1" i="0">
                <a:solidFill>
                  <a:srgbClr val="292B30"/>
                </a:solidFill>
                <a:latin typeface="Arial"/>
                <a:ea typeface="Arial"/>
                <a:cs typeface="Arial"/>
              </a:defRPr>
            </a:lvl3pPr>
            <a:lvl4pPr>
              <a:defRPr sz="2175" b="1" i="0">
                <a:solidFill>
                  <a:srgbClr val="292B30"/>
                </a:solidFill>
                <a:latin typeface="Arial"/>
                <a:ea typeface="Arial"/>
                <a:cs typeface="Arial"/>
              </a:defRPr>
            </a:lvl4pPr>
            <a:lvl5pPr>
              <a:defRPr sz="2175" b="1" i="0">
                <a:solidFill>
                  <a:srgbClr val="292B30"/>
                </a:solidFill>
                <a:latin typeface="Arial"/>
                <a:ea typeface="Arial"/>
                <a:cs typeface="Arial"/>
              </a:defRPr>
            </a:lvl5pPr>
            <a:lvl6pPr>
              <a:defRPr sz="2175" b="1" i="0">
                <a:solidFill>
                  <a:srgbClr val="292B30"/>
                </a:solidFill>
                <a:latin typeface="Arial"/>
                <a:ea typeface="Arial"/>
                <a:cs typeface="Arial"/>
              </a:defRPr>
            </a:lvl6pPr>
            <a:lvl7pPr>
              <a:defRPr sz="2175" b="1" i="0">
                <a:solidFill>
                  <a:srgbClr val="292B30"/>
                </a:solidFill>
                <a:latin typeface="Arial"/>
                <a:ea typeface="Arial"/>
                <a:cs typeface="Arial"/>
              </a:defRPr>
            </a:lvl7pPr>
            <a:lvl8pPr>
              <a:defRPr sz="2175" b="1" i="0">
                <a:solidFill>
                  <a:srgbClr val="292B30"/>
                </a:solidFill>
                <a:latin typeface="Arial"/>
                <a:ea typeface="Arial"/>
                <a:cs typeface="Arial"/>
              </a:defRPr>
            </a:lvl8pPr>
            <a:lvl9pPr>
              <a:defRPr sz="2175" b="1" i="0">
                <a:solidFill>
                  <a:srgbClr val="292B30"/>
                </a:solidFill>
                <a:latin typeface="Arial"/>
                <a:ea typeface="Arial"/>
                <a:cs typeface="Arial"/>
              </a:defRPr>
            </a:lvl9pPr>
          </a:lstStyle>
          <a:p xmlns:a="http://schemas.openxmlformats.org/drawingml/2006/main">
            <a:pPr>
              <a:defRPr sz="2175" b="1" i="0">
                <a:solidFill>
                  <a:srgbClr val="292B30"/>
                </a:solidFill>
                <a:latin typeface="Arial"/>
                <a:ea typeface="Arial"/>
                <a:cs typeface="Arial"/>
              </a:defRPr>
            </a:pPr>
            <a:r>
              <a:rPr sz="2175" b="1" i="0">
                <a:solidFill>
                  <a:srgbClr val="292B30"/>
                </a:solidFill>
                <a:latin typeface="Arial"/>
                <a:ea typeface="Arial"/>
                <a:cs typeface="Arial"/>
              </a:rPr>
              <a:t>Nearby observing spots</a:t>
            </a:r>
          </a:p>
        </p:txBody>
      </p:sp>
      <p:sp>
        <p:nvSpPr>
          <p:cNvPr id="10" name="text-50">
            <a:extLst xmlns:a="http://schemas.openxmlformats.org/drawingml/2006/main">
              <a:ext uri="{FF2B5EF4-FFF2-40B4-BE49-F238E27FC236}">
                <a16:creationId xmlns:a16="http://schemas.microsoft.com/office/drawing/2014/main" id="{31D067D1-1F19-44D2-9D84-391C9101116C}"/>
              </a:ext>
            </a:extLst>
          </p:cNvPr>
          <p:cNvSpPr>
            <a:spLocks xmlns:a="http://schemas.openxmlformats.org/drawingml/2006/main" noGrp="1"/>
          </p:cNvSpPr>
          <p:nvPr/>
        </p:nvSpPr>
        <p:spPr>
          <a:xfrm xmlns:a="http://schemas.openxmlformats.org/drawingml/2006/main">
            <a:off x="6153150" y="2657475"/>
            <a:ext cx="4714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i="0">
                <a:solidFill>
                  <a:srgbClr val="5E5C5B"/>
                </a:solidFill>
                <a:latin typeface="Arial"/>
                <a:ea typeface="Arial"/>
                <a:cs typeface="Arial"/>
              </a:defRPr>
            </a:defPPr>
            <a:lvl1pPr>
              <a:defRPr sz="1800" b="0" i="0">
                <a:solidFill>
                  <a:srgbClr val="5E5C5B"/>
                </a:solidFill>
                <a:latin typeface="Arial"/>
                <a:ea typeface="Arial"/>
                <a:cs typeface="Arial"/>
              </a:defRPr>
            </a:lvl1pPr>
            <a:lvl2pPr>
              <a:defRPr sz="1800" b="0" i="0">
                <a:solidFill>
                  <a:srgbClr val="5E5C5B"/>
                </a:solidFill>
                <a:latin typeface="Arial"/>
                <a:ea typeface="Arial"/>
                <a:cs typeface="Arial"/>
              </a:defRPr>
            </a:lvl2pPr>
            <a:lvl3pPr>
              <a:defRPr sz="1800" b="0" i="0">
                <a:solidFill>
                  <a:srgbClr val="5E5C5B"/>
                </a:solidFill>
                <a:latin typeface="Arial"/>
                <a:ea typeface="Arial"/>
                <a:cs typeface="Arial"/>
              </a:defRPr>
            </a:lvl3pPr>
            <a:lvl4pPr>
              <a:defRPr sz="1800" b="0" i="0">
                <a:solidFill>
                  <a:srgbClr val="5E5C5B"/>
                </a:solidFill>
                <a:latin typeface="Arial"/>
                <a:ea typeface="Arial"/>
                <a:cs typeface="Arial"/>
              </a:defRPr>
            </a:lvl4pPr>
            <a:lvl5pPr>
              <a:defRPr sz="1800" b="0" i="0">
                <a:solidFill>
                  <a:srgbClr val="5E5C5B"/>
                </a:solidFill>
                <a:latin typeface="Arial"/>
                <a:ea typeface="Arial"/>
                <a:cs typeface="Arial"/>
              </a:defRPr>
            </a:lvl5pPr>
            <a:lvl6pPr>
              <a:defRPr sz="1800" b="0" i="0">
                <a:solidFill>
                  <a:srgbClr val="5E5C5B"/>
                </a:solidFill>
                <a:latin typeface="Arial"/>
                <a:ea typeface="Arial"/>
                <a:cs typeface="Arial"/>
              </a:defRPr>
            </a:lvl6pPr>
            <a:lvl7pPr>
              <a:defRPr sz="1800" b="0" i="0">
                <a:solidFill>
                  <a:srgbClr val="5E5C5B"/>
                </a:solidFill>
                <a:latin typeface="Arial"/>
                <a:ea typeface="Arial"/>
                <a:cs typeface="Arial"/>
              </a:defRPr>
            </a:lvl7pPr>
            <a:lvl8pPr>
              <a:defRPr sz="1800" b="0" i="0">
                <a:solidFill>
                  <a:srgbClr val="5E5C5B"/>
                </a:solidFill>
                <a:latin typeface="Arial"/>
                <a:ea typeface="Arial"/>
                <a:cs typeface="Arial"/>
              </a:defRPr>
            </a:lvl8pPr>
            <a:lvl9pPr>
              <a:defRPr sz="1800" b="0" i="0">
                <a:solidFill>
                  <a:srgbClr val="5E5C5B"/>
                </a:solidFill>
                <a:latin typeface="Arial"/>
                <a:ea typeface="Arial"/>
                <a:cs typeface="Arial"/>
              </a:defRPr>
            </a:lvl9pPr>
          </a:lstStyle>
          <a:p xmlns:a="http://schemas.openxmlformats.org/drawingml/2006/main">
            <a:pPr>
              <a:defRPr sz="1800" b="0" i="0">
                <a:solidFill>
                  <a:srgbClr val="5E5C5B"/>
                </a:solidFill>
                <a:latin typeface="Arial"/>
                <a:ea typeface="Arial"/>
                <a:cs typeface="Arial"/>
              </a:defRPr>
            </a:pPr>
            <a:r>
              <a:rPr sz="1800" b="0" i="0">
                <a:solidFill>
                  <a:srgbClr val="5E5C5B"/>
                </a:solidFill>
                <a:latin typeface="Arial"/>
                <a:ea typeface="Arial"/>
                <a:cs typeface="Arial"/>
              </a:rPr>
              <a:t>Rank real peaks, parks and viewpoints</a:t>
            </a:r>
          </a:p>
          <a:p xmlns:a="http://schemas.openxmlformats.org/drawingml/2006/main">
            <a:pPr>
              <a:defRPr sz="1800" b="0" i="0">
                <a:solidFill>
                  <a:srgbClr val="5E5C5B"/>
                </a:solidFill>
                <a:latin typeface="Arial"/>
                <a:ea typeface="Arial"/>
                <a:cs typeface="Arial"/>
              </a:defRPr>
            </a:pPr>
            <a:r>
              <a:rPr sz="1800" b="0" i="0">
                <a:solidFill>
                  <a:srgbClr val="5E5C5B"/>
                </a:solidFill>
                <a:latin typeface="Arial"/>
                <a:ea typeface="Arial"/>
                <a:cs typeface="Arial"/>
              </a:rPr>
              <a:t>by observing conditions and distance.</a:t>
            </a:r>
          </a:p>
        </p:txBody>
      </p:sp>
      <p:sp>
        <p:nvSpPr>
          <p:cNvPr id="11" name="text-51">
            <a:extLst xmlns:a="http://schemas.openxmlformats.org/drawingml/2006/main">
              <a:ext uri="{FF2B5EF4-FFF2-40B4-BE49-F238E27FC236}">
                <a16:creationId xmlns:a16="http://schemas.microsoft.com/office/drawing/2014/main" id="{05B5CFC7-3849-4CC1-A435-633E9E7D7C37}"/>
              </a:ext>
            </a:extLst>
          </p:cNvPr>
          <p:cNvSpPr>
            <a:spLocks xmlns:a="http://schemas.openxmlformats.org/drawingml/2006/main" noGrp="1"/>
          </p:cNvSpPr>
          <p:nvPr/>
        </p:nvSpPr>
        <p:spPr>
          <a:xfrm xmlns:a="http://schemas.openxmlformats.org/drawingml/2006/main">
            <a:off x="6153150" y="3800475"/>
            <a:ext cx="466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i="0">
                <a:solidFill>
                  <a:srgbClr val="292B30"/>
                </a:solidFill>
                <a:latin typeface="Arial"/>
                <a:ea typeface="Arial"/>
                <a:cs typeface="Arial"/>
              </a:defRPr>
            </a:defPPr>
            <a:lvl1pPr>
              <a:defRPr sz="2175" b="1" i="0">
                <a:solidFill>
                  <a:srgbClr val="292B30"/>
                </a:solidFill>
                <a:latin typeface="Arial"/>
                <a:ea typeface="Arial"/>
                <a:cs typeface="Arial"/>
              </a:defRPr>
            </a:lvl1pPr>
            <a:lvl2pPr>
              <a:defRPr sz="2175" b="1" i="0">
                <a:solidFill>
                  <a:srgbClr val="292B30"/>
                </a:solidFill>
                <a:latin typeface="Arial"/>
                <a:ea typeface="Arial"/>
                <a:cs typeface="Arial"/>
              </a:defRPr>
            </a:lvl2pPr>
            <a:lvl3pPr>
              <a:defRPr sz="2175" b="1" i="0">
                <a:solidFill>
                  <a:srgbClr val="292B30"/>
                </a:solidFill>
                <a:latin typeface="Arial"/>
                <a:ea typeface="Arial"/>
                <a:cs typeface="Arial"/>
              </a:defRPr>
            </a:lvl3pPr>
            <a:lvl4pPr>
              <a:defRPr sz="2175" b="1" i="0">
                <a:solidFill>
                  <a:srgbClr val="292B30"/>
                </a:solidFill>
                <a:latin typeface="Arial"/>
                <a:ea typeface="Arial"/>
                <a:cs typeface="Arial"/>
              </a:defRPr>
            </a:lvl4pPr>
            <a:lvl5pPr>
              <a:defRPr sz="2175" b="1" i="0">
                <a:solidFill>
                  <a:srgbClr val="292B30"/>
                </a:solidFill>
                <a:latin typeface="Arial"/>
                <a:ea typeface="Arial"/>
                <a:cs typeface="Arial"/>
              </a:defRPr>
            </a:lvl5pPr>
            <a:lvl6pPr>
              <a:defRPr sz="2175" b="1" i="0">
                <a:solidFill>
                  <a:srgbClr val="292B30"/>
                </a:solidFill>
                <a:latin typeface="Arial"/>
                <a:ea typeface="Arial"/>
                <a:cs typeface="Arial"/>
              </a:defRPr>
            </a:lvl6pPr>
            <a:lvl7pPr>
              <a:defRPr sz="2175" b="1" i="0">
                <a:solidFill>
                  <a:srgbClr val="292B30"/>
                </a:solidFill>
                <a:latin typeface="Arial"/>
                <a:ea typeface="Arial"/>
                <a:cs typeface="Arial"/>
              </a:defRPr>
            </a:lvl7pPr>
            <a:lvl8pPr>
              <a:defRPr sz="2175" b="1" i="0">
                <a:solidFill>
                  <a:srgbClr val="292B30"/>
                </a:solidFill>
                <a:latin typeface="Arial"/>
                <a:ea typeface="Arial"/>
                <a:cs typeface="Arial"/>
              </a:defRPr>
            </a:lvl8pPr>
            <a:lvl9pPr>
              <a:defRPr sz="2175" b="1" i="0">
                <a:solidFill>
                  <a:srgbClr val="292B30"/>
                </a:solidFill>
                <a:latin typeface="Arial"/>
                <a:ea typeface="Arial"/>
                <a:cs typeface="Arial"/>
              </a:defRPr>
            </a:lvl9pPr>
          </a:lstStyle>
          <a:p xmlns:a="http://schemas.openxmlformats.org/drawingml/2006/main">
            <a:pPr>
              <a:defRPr sz="2175" b="1" i="0">
                <a:solidFill>
                  <a:srgbClr val="292B30"/>
                </a:solidFill>
                <a:latin typeface="Arial"/>
                <a:ea typeface="Arial"/>
                <a:cs typeface="Arial"/>
              </a:defRPr>
            </a:pPr>
            <a:r>
              <a:rPr sz="2175" b="1" i="0">
                <a:solidFill>
                  <a:srgbClr val="292B30"/>
                </a:solidFill>
                <a:latin typeface="Arial"/>
                <a:ea typeface="Arial"/>
                <a:cs typeface="Arial"/>
              </a:rPr>
              <a:t>A local celestial calendar</a:t>
            </a:r>
          </a:p>
        </p:txBody>
      </p:sp>
      <p:sp>
        <p:nvSpPr>
          <p:cNvPr id="12" name="text-52">
            <a:extLst xmlns:a="http://schemas.openxmlformats.org/drawingml/2006/main">
              <a:ext uri="{FF2B5EF4-FFF2-40B4-BE49-F238E27FC236}">
                <a16:creationId xmlns:a16="http://schemas.microsoft.com/office/drawing/2014/main" id="{4A4FB361-D86D-460E-A65E-C75C578730DF}"/>
              </a:ext>
            </a:extLst>
          </p:cNvPr>
          <p:cNvSpPr>
            <a:spLocks xmlns:a="http://schemas.openxmlformats.org/drawingml/2006/main" noGrp="1"/>
          </p:cNvSpPr>
          <p:nvPr/>
        </p:nvSpPr>
        <p:spPr>
          <a:xfrm xmlns:a="http://schemas.openxmlformats.org/drawingml/2006/main">
            <a:off x="6153150" y="4276725"/>
            <a:ext cx="47434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i="0">
                <a:solidFill>
                  <a:srgbClr val="5E5C5B"/>
                </a:solidFill>
                <a:latin typeface="Arial"/>
                <a:ea typeface="Arial"/>
                <a:cs typeface="Arial"/>
              </a:defRPr>
            </a:defPPr>
            <a:lvl1pPr>
              <a:defRPr sz="1800" b="0" i="0">
                <a:solidFill>
                  <a:srgbClr val="5E5C5B"/>
                </a:solidFill>
                <a:latin typeface="Arial"/>
                <a:ea typeface="Arial"/>
                <a:cs typeface="Arial"/>
              </a:defRPr>
            </a:lvl1pPr>
            <a:lvl2pPr>
              <a:defRPr sz="1800" b="0" i="0">
                <a:solidFill>
                  <a:srgbClr val="5E5C5B"/>
                </a:solidFill>
                <a:latin typeface="Arial"/>
                <a:ea typeface="Arial"/>
                <a:cs typeface="Arial"/>
              </a:defRPr>
            </a:lvl2pPr>
            <a:lvl3pPr>
              <a:defRPr sz="1800" b="0" i="0">
                <a:solidFill>
                  <a:srgbClr val="5E5C5B"/>
                </a:solidFill>
                <a:latin typeface="Arial"/>
                <a:ea typeface="Arial"/>
                <a:cs typeface="Arial"/>
              </a:defRPr>
            </a:lvl3pPr>
            <a:lvl4pPr>
              <a:defRPr sz="1800" b="0" i="0">
                <a:solidFill>
                  <a:srgbClr val="5E5C5B"/>
                </a:solidFill>
                <a:latin typeface="Arial"/>
                <a:ea typeface="Arial"/>
                <a:cs typeface="Arial"/>
              </a:defRPr>
            </a:lvl4pPr>
            <a:lvl5pPr>
              <a:defRPr sz="1800" b="0" i="0">
                <a:solidFill>
                  <a:srgbClr val="5E5C5B"/>
                </a:solidFill>
                <a:latin typeface="Arial"/>
                <a:ea typeface="Arial"/>
                <a:cs typeface="Arial"/>
              </a:defRPr>
            </a:lvl5pPr>
            <a:lvl6pPr>
              <a:defRPr sz="1800" b="0" i="0">
                <a:solidFill>
                  <a:srgbClr val="5E5C5B"/>
                </a:solidFill>
                <a:latin typeface="Arial"/>
                <a:ea typeface="Arial"/>
                <a:cs typeface="Arial"/>
              </a:defRPr>
            </a:lvl6pPr>
            <a:lvl7pPr>
              <a:defRPr sz="1800" b="0" i="0">
                <a:solidFill>
                  <a:srgbClr val="5E5C5B"/>
                </a:solidFill>
                <a:latin typeface="Arial"/>
                <a:ea typeface="Arial"/>
                <a:cs typeface="Arial"/>
              </a:defRPr>
            </a:lvl7pPr>
            <a:lvl8pPr>
              <a:defRPr sz="1800" b="0" i="0">
                <a:solidFill>
                  <a:srgbClr val="5E5C5B"/>
                </a:solidFill>
                <a:latin typeface="Arial"/>
                <a:ea typeface="Arial"/>
                <a:cs typeface="Arial"/>
              </a:defRPr>
            </a:lvl8pPr>
            <a:lvl9pPr>
              <a:defRPr sz="1800" b="0" i="0">
                <a:solidFill>
                  <a:srgbClr val="5E5C5B"/>
                </a:solidFill>
                <a:latin typeface="Arial"/>
                <a:ea typeface="Arial"/>
                <a:cs typeface="Arial"/>
              </a:defRPr>
            </a:lvl9pPr>
          </a:lstStyle>
          <a:p xmlns:a="http://schemas.openxmlformats.org/drawingml/2006/main">
            <a:pPr>
              <a:defRPr sz="1800" b="0" i="0">
                <a:solidFill>
                  <a:srgbClr val="5E5C5B"/>
                </a:solidFill>
                <a:latin typeface="Arial"/>
                <a:ea typeface="Arial"/>
                <a:cs typeface="Arial"/>
              </a:defRPr>
            </a:pPr>
            <a:r>
              <a:rPr sz="1800" b="0" i="0">
                <a:solidFill>
                  <a:srgbClr val="5E5C5B"/>
                </a:solidFill>
                <a:latin typeface="Arial"/>
                <a:ea typeface="Arial"/>
                <a:cs typeface="Arial"/>
              </a:rPr>
              <a:t>Moon phases, meteor showers, eclipses,</a:t>
            </a:r>
          </a:p>
          <a:p xmlns:a="http://schemas.openxmlformats.org/drawingml/2006/main">
            <a:pPr>
              <a:defRPr sz="1800" b="0" i="0">
                <a:solidFill>
                  <a:srgbClr val="5E5C5B"/>
                </a:solidFill>
                <a:latin typeface="Arial"/>
                <a:ea typeface="Arial"/>
                <a:cs typeface="Arial"/>
              </a:defRPr>
            </a:pPr>
            <a:r>
              <a:rPr sz="1800" b="0" i="0">
                <a:solidFill>
                  <a:srgbClr val="5E5C5B"/>
                </a:solidFill>
                <a:latin typeface="Arial"/>
                <a:ea typeface="Arial"/>
                <a:cs typeface="Arial"/>
              </a:rPr>
              <a:t>ISS passes and launch schedules</a:t>
            </a:r>
          </a:p>
          <a:p xmlns:a="http://schemas.openxmlformats.org/drawingml/2006/main">
            <a:pPr>
              <a:defRPr sz="1800" b="0" i="0">
                <a:solidFill>
                  <a:srgbClr val="5E5C5B"/>
                </a:solidFill>
                <a:latin typeface="Arial"/>
                <a:ea typeface="Arial"/>
                <a:cs typeface="Arial"/>
              </a:defRPr>
            </a:pPr>
            <a:r>
              <a:rPr sz="1800" b="0" i="0">
                <a:solidFill>
                  <a:srgbClr val="5E5C5B"/>
                </a:solidFill>
                <a:latin typeface="Arial"/>
                <a:ea typeface="Arial"/>
                <a:cs typeface="Arial"/>
              </a:rPr>
              <a:t>with local timing and visibility context.</a:t>
            </a:r>
          </a:p>
        </p:txBody>
      </p:sp>
    </p:spTree>
    <p:extLst>
      <p:ext uri="{BB962C8B-B14F-4D97-AF65-F5344CB8AC3E}">
        <p14:creationId xmlns:p14="http://schemas.microsoft.com/office/powerpoint/2010/main" val="1378963506"/>
      </p:ext>
    </p:extLst>
  </p:cSld>
</p:sld>
</file>

<file path=ppt/slides/slide5.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7730CCFB-215E-427F-8DC2-D5B2C848507B}"/>
              </a:ext>
            </a:extLst>
          </p:cNvPr>
          <p:cNvPicPr>
            <a:picLocks xmlns:a="http://schemas.openxmlformats.org/drawingml/2006/main" noChangeAspect="1"/>
          </p:cNvPicPr>
          <p:nvPr/>
        </p:nvPicPr>
        <p:blipFill>
          <a:blip xmlns:r="http://schemas.openxmlformats.org/officeDocument/2006/relationships" xmlns:a="http://schemas.openxmlformats.org/drawingml/2006/main" r:embed="R8c74339b8d4d485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xt-53">
            <a:extLst xmlns:a="http://schemas.openxmlformats.org/drawingml/2006/main">
              <a:ext uri="{FF2B5EF4-FFF2-40B4-BE49-F238E27FC236}">
                <a16:creationId xmlns:a16="http://schemas.microsoft.com/office/drawing/2014/main" id="{6BBAEDE8-1B15-42E6-A74D-14BC6E050570}"/>
              </a:ext>
            </a:extLst>
          </p:cNvPr>
          <p:cNvSpPr>
            <a:spLocks xmlns:a="http://schemas.openxmlformats.org/drawingml/2006/main" noGrp="1"/>
          </p:cNvSpPr>
          <p:nvPr/>
        </p:nvSpPr>
        <p:spPr>
          <a:xfrm xmlns:a="http://schemas.openxmlformats.org/drawingml/2006/main">
            <a:off x="762000" y="628650"/>
            <a:ext cx="9239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0" i="0">
                <a:solidFill>
                  <a:srgbClr val="A52836"/>
                </a:solidFill>
                <a:latin typeface="Georgia"/>
                <a:ea typeface="Georgia"/>
                <a:cs typeface="Georgia"/>
              </a:defRPr>
            </a:defPPr>
            <a:lvl1pPr>
              <a:defRPr sz="3300" b="0" i="0">
                <a:solidFill>
                  <a:srgbClr val="A52836"/>
                </a:solidFill>
                <a:latin typeface="Georgia"/>
                <a:ea typeface="Georgia"/>
                <a:cs typeface="Georgia"/>
              </a:defRPr>
            </a:lvl1pPr>
            <a:lvl2pPr>
              <a:defRPr sz="3300" b="0" i="0">
                <a:solidFill>
                  <a:srgbClr val="A52836"/>
                </a:solidFill>
                <a:latin typeface="Georgia"/>
                <a:ea typeface="Georgia"/>
                <a:cs typeface="Georgia"/>
              </a:defRPr>
            </a:lvl2pPr>
            <a:lvl3pPr>
              <a:defRPr sz="3300" b="0" i="0">
                <a:solidFill>
                  <a:srgbClr val="A52836"/>
                </a:solidFill>
                <a:latin typeface="Georgia"/>
                <a:ea typeface="Georgia"/>
                <a:cs typeface="Georgia"/>
              </a:defRPr>
            </a:lvl3pPr>
            <a:lvl4pPr>
              <a:defRPr sz="3300" b="0" i="0">
                <a:solidFill>
                  <a:srgbClr val="A52836"/>
                </a:solidFill>
                <a:latin typeface="Georgia"/>
                <a:ea typeface="Georgia"/>
                <a:cs typeface="Georgia"/>
              </a:defRPr>
            </a:lvl4pPr>
            <a:lvl5pPr>
              <a:defRPr sz="3300" b="0" i="0">
                <a:solidFill>
                  <a:srgbClr val="A52836"/>
                </a:solidFill>
                <a:latin typeface="Georgia"/>
                <a:ea typeface="Georgia"/>
                <a:cs typeface="Georgia"/>
              </a:defRPr>
            </a:lvl5pPr>
            <a:lvl6pPr>
              <a:defRPr sz="3300" b="0" i="0">
                <a:solidFill>
                  <a:srgbClr val="A52836"/>
                </a:solidFill>
                <a:latin typeface="Georgia"/>
                <a:ea typeface="Georgia"/>
                <a:cs typeface="Georgia"/>
              </a:defRPr>
            </a:lvl6pPr>
            <a:lvl7pPr>
              <a:defRPr sz="3300" b="0" i="0">
                <a:solidFill>
                  <a:srgbClr val="A52836"/>
                </a:solidFill>
                <a:latin typeface="Georgia"/>
                <a:ea typeface="Georgia"/>
                <a:cs typeface="Georgia"/>
              </a:defRPr>
            </a:lvl7pPr>
            <a:lvl8pPr>
              <a:defRPr sz="3300" b="0" i="0">
                <a:solidFill>
                  <a:srgbClr val="A52836"/>
                </a:solidFill>
                <a:latin typeface="Georgia"/>
                <a:ea typeface="Georgia"/>
                <a:cs typeface="Georgia"/>
              </a:defRPr>
            </a:lvl8pPr>
            <a:lvl9pPr>
              <a:defRPr sz="3300" b="0" i="0">
                <a:solidFill>
                  <a:srgbClr val="A52836"/>
                </a:solidFill>
                <a:latin typeface="Georgia"/>
                <a:ea typeface="Georgia"/>
                <a:cs typeface="Georgia"/>
              </a:defRPr>
            </a:lvl9pPr>
          </a:lstStyle>
          <a:p xmlns:a="http://schemas.openxmlformats.org/drawingml/2006/main">
            <a:pPr>
              <a:defRPr sz="3300" b="0" i="0">
                <a:solidFill>
                  <a:srgbClr val="A52836"/>
                </a:solidFill>
                <a:latin typeface="Georgia"/>
                <a:ea typeface="Georgia"/>
                <a:cs typeface="Georgia"/>
              </a:defRPr>
            </a:pPr>
            <a:r>
              <a:rPr sz="3300" b="0" i="0">
                <a:solidFill>
                  <a:srgbClr val="A52836"/>
                </a:solidFill>
                <a:latin typeface="Georgia"/>
                <a:ea typeface="Georgia"/>
                <a:cs typeface="Georgia"/>
              </a:rPr>
              <a:t>Image restoration with evidence</a:t>
            </a:r>
          </a:p>
        </p:txBody>
      </p:sp>
      <p:sp>
        <p:nvSpPr>
          <p:cNvPr id="3" name="text-54">
            <a:extLst xmlns:a="http://schemas.openxmlformats.org/drawingml/2006/main">
              <a:ext uri="{FF2B5EF4-FFF2-40B4-BE49-F238E27FC236}">
                <a16:creationId xmlns:a16="http://schemas.microsoft.com/office/drawing/2014/main" id="{64DDA5E3-39B8-4821-BE57-A0E9D792F4BB}"/>
              </a:ext>
            </a:extLst>
          </p:cNvPr>
          <p:cNvSpPr>
            <a:spLocks xmlns:a="http://schemas.openxmlformats.org/drawingml/2006/main" noGrp="1"/>
          </p:cNvSpPr>
          <p:nvPr/>
        </p:nvSpPr>
        <p:spPr>
          <a:xfrm xmlns:a="http://schemas.openxmlformats.org/drawingml/2006/main">
            <a:off x="762000" y="6419850"/>
            <a:ext cx="523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i="0">
                <a:solidFill>
                  <a:srgbClr val="77716A"/>
                </a:solidFill>
                <a:latin typeface="Arial"/>
                <a:ea typeface="Arial"/>
                <a:cs typeface="Arial"/>
              </a:defRPr>
            </a:defPPr>
            <a:lvl1pPr>
              <a:defRPr sz="1125" b="0" i="0">
                <a:solidFill>
                  <a:srgbClr val="77716A"/>
                </a:solidFill>
                <a:latin typeface="Arial"/>
                <a:ea typeface="Arial"/>
                <a:cs typeface="Arial"/>
              </a:defRPr>
            </a:lvl1pPr>
            <a:lvl2pPr>
              <a:defRPr sz="1125" b="0" i="0">
                <a:solidFill>
                  <a:srgbClr val="77716A"/>
                </a:solidFill>
                <a:latin typeface="Arial"/>
                <a:ea typeface="Arial"/>
                <a:cs typeface="Arial"/>
              </a:defRPr>
            </a:lvl2pPr>
            <a:lvl3pPr>
              <a:defRPr sz="1125" b="0" i="0">
                <a:solidFill>
                  <a:srgbClr val="77716A"/>
                </a:solidFill>
                <a:latin typeface="Arial"/>
                <a:ea typeface="Arial"/>
                <a:cs typeface="Arial"/>
              </a:defRPr>
            </a:lvl3pPr>
            <a:lvl4pPr>
              <a:defRPr sz="1125" b="0" i="0">
                <a:solidFill>
                  <a:srgbClr val="77716A"/>
                </a:solidFill>
                <a:latin typeface="Arial"/>
                <a:ea typeface="Arial"/>
                <a:cs typeface="Arial"/>
              </a:defRPr>
            </a:lvl4pPr>
            <a:lvl5pPr>
              <a:defRPr sz="1125" b="0" i="0">
                <a:solidFill>
                  <a:srgbClr val="77716A"/>
                </a:solidFill>
                <a:latin typeface="Arial"/>
                <a:ea typeface="Arial"/>
                <a:cs typeface="Arial"/>
              </a:defRPr>
            </a:lvl5pPr>
            <a:lvl6pPr>
              <a:defRPr sz="1125" b="0" i="0">
                <a:solidFill>
                  <a:srgbClr val="77716A"/>
                </a:solidFill>
                <a:latin typeface="Arial"/>
                <a:ea typeface="Arial"/>
                <a:cs typeface="Arial"/>
              </a:defRPr>
            </a:lvl6pPr>
            <a:lvl7pPr>
              <a:defRPr sz="1125" b="0" i="0">
                <a:solidFill>
                  <a:srgbClr val="77716A"/>
                </a:solidFill>
                <a:latin typeface="Arial"/>
                <a:ea typeface="Arial"/>
                <a:cs typeface="Arial"/>
              </a:defRPr>
            </a:lvl7pPr>
            <a:lvl8pPr>
              <a:defRPr sz="1125" b="0" i="0">
                <a:solidFill>
                  <a:srgbClr val="77716A"/>
                </a:solidFill>
                <a:latin typeface="Arial"/>
                <a:ea typeface="Arial"/>
                <a:cs typeface="Arial"/>
              </a:defRPr>
            </a:lvl8pPr>
            <a:lvl9pPr>
              <a:defRPr sz="1125" b="0" i="0">
                <a:solidFill>
                  <a:srgbClr val="77716A"/>
                </a:solidFill>
                <a:latin typeface="Arial"/>
                <a:ea typeface="Arial"/>
                <a:cs typeface="Arial"/>
              </a:defRPr>
            </a:lvl9pPr>
          </a:lstStyle>
          <a:p xmlns:a="http://schemas.openxmlformats.org/drawingml/2006/main">
            <a:pPr>
              <a:defRPr sz="1125" b="0" i="0">
                <a:solidFill>
                  <a:srgbClr val="77716A"/>
                </a:solidFill>
                <a:latin typeface="Arial"/>
                <a:ea typeface="Arial"/>
                <a:cs typeface="Arial"/>
              </a:defRPr>
            </a:pPr>
            <a:r>
              <a:rPr sz="1125" b="0" i="0">
                <a:solidFill>
                  <a:srgbClr val="77716A"/>
                </a:solidFill>
                <a:latin typeface="Arial"/>
                <a:ea typeface="Arial"/>
                <a:cs typeface="Arial"/>
              </a:rPr>
              <a:t>TSUKUYOMI WATCH     /     05 OF 08</a:t>
            </a:r>
          </a:p>
        </p:txBody>
      </p:sp>
      <p:sp>
        <p:nvSpPr>
          <p:cNvPr id="4" name="text-55">
            <a:extLst xmlns:a="http://schemas.openxmlformats.org/drawingml/2006/main">
              <a:ext uri="{FF2B5EF4-FFF2-40B4-BE49-F238E27FC236}">
                <a16:creationId xmlns:a16="http://schemas.microsoft.com/office/drawing/2014/main" id="{556E55A5-4E59-4588-B1AA-1344A103E718}"/>
              </a:ext>
            </a:extLst>
          </p:cNvPr>
          <p:cNvSpPr>
            <a:spLocks xmlns:a="http://schemas.openxmlformats.org/drawingml/2006/main" noGrp="1"/>
          </p:cNvSpPr>
          <p:nvPr/>
        </p:nvSpPr>
        <p:spPr>
          <a:xfrm xmlns:a="http://schemas.openxmlformats.org/drawingml/2006/main">
            <a:off x="781050" y="151447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i="0">
                <a:solidFill>
                  <a:srgbClr val="A52836"/>
                </a:solidFill>
                <a:latin typeface="Arial"/>
                <a:ea typeface="Arial"/>
                <a:cs typeface="Arial"/>
              </a:defRPr>
            </a:defPPr>
            <a:lvl1pPr>
              <a:defRPr sz="1275" b="1" i="0">
                <a:solidFill>
                  <a:srgbClr val="A52836"/>
                </a:solidFill>
                <a:latin typeface="Arial"/>
                <a:ea typeface="Arial"/>
                <a:cs typeface="Arial"/>
              </a:defRPr>
            </a:lvl1pPr>
            <a:lvl2pPr>
              <a:defRPr sz="1275" b="1" i="0">
                <a:solidFill>
                  <a:srgbClr val="A52836"/>
                </a:solidFill>
                <a:latin typeface="Arial"/>
                <a:ea typeface="Arial"/>
                <a:cs typeface="Arial"/>
              </a:defRPr>
            </a:lvl2pPr>
            <a:lvl3pPr>
              <a:defRPr sz="1275" b="1" i="0">
                <a:solidFill>
                  <a:srgbClr val="A52836"/>
                </a:solidFill>
                <a:latin typeface="Arial"/>
                <a:ea typeface="Arial"/>
                <a:cs typeface="Arial"/>
              </a:defRPr>
            </a:lvl3pPr>
            <a:lvl4pPr>
              <a:defRPr sz="1275" b="1" i="0">
                <a:solidFill>
                  <a:srgbClr val="A52836"/>
                </a:solidFill>
                <a:latin typeface="Arial"/>
                <a:ea typeface="Arial"/>
                <a:cs typeface="Arial"/>
              </a:defRPr>
            </a:lvl4pPr>
            <a:lvl5pPr>
              <a:defRPr sz="1275" b="1" i="0">
                <a:solidFill>
                  <a:srgbClr val="A52836"/>
                </a:solidFill>
                <a:latin typeface="Arial"/>
                <a:ea typeface="Arial"/>
                <a:cs typeface="Arial"/>
              </a:defRPr>
            </a:lvl5pPr>
            <a:lvl6pPr>
              <a:defRPr sz="1275" b="1" i="0">
                <a:solidFill>
                  <a:srgbClr val="A52836"/>
                </a:solidFill>
                <a:latin typeface="Arial"/>
                <a:ea typeface="Arial"/>
                <a:cs typeface="Arial"/>
              </a:defRPr>
            </a:lvl6pPr>
            <a:lvl7pPr>
              <a:defRPr sz="1275" b="1" i="0">
                <a:solidFill>
                  <a:srgbClr val="A52836"/>
                </a:solidFill>
                <a:latin typeface="Arial"/>
                <a:ea typeface="Arial"/>
                <a:cs typeface="Arial"/>
              </a:defRPr>
            </a:lvl7pPr>
            <a:lvl8pPr>
              <a:defRPr sz="1275" b="1" i="0">
                <a:solidFill>
                  <a:srgbClr val="A52836"/>
                </a:solidFill>
                <a:latin typeface="Arial"/>
                <a:ea typeface="Arial"/>
                <a:cs typeface="Arial"/>
              </a:defRPr>
            </a:lvl8pPr>
            <a:lvl9pPr>
              <a:defRPr sz="1275" b="1" i="0">
                <a:solidFill>
                  <a:srgbClr val="A52836"/>
                </a:solidFill>
                <a:latin typeface="Arial"/>
                <a:ea typeface="Arial"/>
                <a:cs typeface="Arial"/>
              </a:defRPr>
            </a:lvl9pPr>
          </a:lstStyle>
          <a:p xmlns:a="http://schemas.openxmlformats.org/drawingml/2006/main">
            <a:pPr>
              <a:defRPr sz="1275" b="1" i="0">
                <a:solidFill>
                  <a:srgbClr val="A52836"/>
                </a:solidFill>
                <a:latin typeface="Arial"/>
                <a:ea typeface="Arial"/>
                <a:cs typeface="Arial"/>
              </a:defRPr>
            </a:pPr>
            <a:r>
              <a:rPr sz="1275" b="1" i="0">
                <a:solidFill>
                  <a:srgbClr val="A52836"/>
                </a:solidFill>
                <a:latin typeface="Arial"/>
                <a:ea typeface="Arial"/>
                <a:cs typeface="Arial"/>
              </a:rPr>
              <a:t>SPIRIT LENS + DOJO</a:t>
            </a:r>
          </a:p>
        </p:txBody>
      </p:sp>
      <p:pic>
        <p:nvPicPr>
          <p:cNvPr id="5" name="">
            <a:extLst xmlns:a="http://schemas.openxmlformats.org/drawingml/2006/main">
              <a:ext uri="{FF2B5EF4-FFF2-40B4-BE49-F238E27FC236}">
                <a16:creationId xmlns:a16="http://schemas.microsoft.com/office/drawing/2014/main" id="{69CBA0D0-C819-4DAB-899D-70CB4032454B}"/>
              </a:ext>
            </a:extLst>
          </p:cNvPr>
          <p:cNvPicPr>
            <a:picLocks xmlns:a="http://schemas.openxmlformats.org/drawingml/2006/main" noChangeAspect="1"/>
          </p:cNvPicPr>
          <p:nvPr/>
        </p:nvPicPr>
        <p:blipFill>
          <a:blip xmlns:r="http://schemas.openxmlformats.org/officeDocument/2006/relationships" xmlns:a="http://schemas.openxmlformats.org/drawingml/2006/main" r:embed="R6704748244594b74"/>
          <a:srcRect xmlns:a="http://schemas.openxmlformats.org/drawingml/2006/main" l="16154" t="0" r="16154" b="0"/>
          <a:stretch xmlns:a="http://schemas.openxmlformats.org/drawingml/2006/main">
            <a:fillRect l="0" t="0" r="0" b="0"/>
          </a:stretch>
        </p:blipFill>
        <p:spPr>
          <a:xfrm xmlns:a="http://schemas.openxmlformats.org/drawingml/2006/main">
            <a:off x="781050" y="2257425"/>
            <a:ext cx="4257675" cy="2009775"/>
          </a:xfrm>
          <a:prstGeom xmlns:a="http://schemas.openxmlformats.org/drawingml/2006/main" prst="rect">
            <a:avLst/>
          </a:prstGeom>
        </p:spPr>
      </p:pic>
      <p:sp>
        <p:nvSpPr>
          <p:cNvPr id="6" name="text-56">
            <a:extLst xmlns:a="http://schemas.openxmlformats.org/drawingml/2006/main">
              <a:ext uri="{FF2B5EF4-FFF2-40B4-BE49-F238E27FC236}">
                <a16:creationId xmlns:a16="http://schemas.microsoft.com/office/drawing/2014/main" id="{D37BB502-D073-4E3E-9591-6416A5E54DAD}"/>
              </a:ext>
            </a:extLst>
          </p:cNvPr>
          <p:cNvSpPr>
            <a:spLocks xmlns:a="http://schemas.openxmlformats.org/drawingml/2006/main" noGrp="1"/>
          </p:cNvSpPr>
          <p:nvPr/>
        </p:nvSpPr>
        <p:spPr>
          <a:xfrm xmlns:a="http://schemas.openxmlformats.org/drawingml/2006/main">
            <a:off x="781050" y="4391025"/>
            <a:ext cx="4476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i="0">
                <a:solidFill>
                  <a:srgbClr val="5E5C5B"/>
                </a:solidFill>
                <a:latin typeface="Arial"/>
                <a:ea typeface="Arial"/>
                <a:cs typeface="Arial"/>
              </a:defRPr>
            </a:defPPr>
            <a:lvl1pPr>
              <a:defRPr sz="1275" b="0" i="0">
                <a:solidFill>
                  <a:srgbClr val="5E5C5B"/>
                </a:solidFill>
                <a:latin typeface="Arial"/>
                <a:ea typeface="Arial"/>
                <a:cs typeface="Arial"/>
              </a:defRPr>
            </a:lvl1pPr>
            <a:lvl2pPr>
              <a:defRPr sz="1275" b="0" i="0">
                <a:solidFill>
                  <a:srgbClr val="5E5C5B"/>
                </a:solidFill>
                <a:latin typeface="Arial"/>
                <a:ea typeface="Arial"/>
                <a:cs typeface="Arial"/>
              </a:defRPr>
            </a:lvl2pPr>
            <a:lvl3pPr>
              <a:defRPr sz="1275" b="0" i="0">
                <a:solidFill>
                  <a:srgbClr val="5E5C5B"/>
                </a:solidFill>
                <a:latin typeface="Arial"/>
                <a:ea typeface="Arial"/>
                <a:cs typeface="Arial"/>
              </a:defRPr>
            </a:lvl3pPr>
            <a:lvl4pPr>
              <a:defRPr sz="1275" b="0" i="0">
                <a:solidFill>
                  <a:srgbClr val="5E5C5B"/>
                </a:solidFill>
                <a:latin typeface="Arial"/>
                <a:ea typeface="Arial"/>
                <a:cs typeface="Arial"/>
              </a:defRPr>
            </a:lvl4pPr>
            <a:lvl5pPr>
              <a:defRPr sz="1275" b="0" i="0">
                <a:solidFill>
                  <a:srgbClr val="5E5C5B"/>
                </a:solidFill>
                <a:latin typeface="Arial"/>
                <a:ea typeface="Arial"/>
                <a:cs typeface="Arial"/>
              </a:defRPr>
            </a:lvl5pPr>
            <a:lvl6pPr>
              <a:defRPr sz="1275" b="0" i="0">
                <a:solidFill>
                  <a:srgbClr val="5E5C5B"/>
                </a:solidFill>
                <a:latin typeface="Arial"/>
                <a:ea typeface="Arial"/>
                <a:cs typeface="Arial"/>
              </a:defRPr>
            </a:lvl6pPr>
            <a:lvl7pPr>
              <a:defRPr sz="1275" b="0" i="0">
                <a:solidFill>
                  <a:srgbClr val="5E5C5B"/>
                </a:solidFill>
                <a:latin typeface="Arial"/>
                <a:ea typeface="Arial"/>
                <a:cs typeface="Arial"/>
              </a:defRPr>
            </a:lvl7pPr>
            <a:lvl8pPr>
              <a:defRPr sz="1275" b="0" i="0">
                <a:solidFill>
                  <a:srgbClr val="5E5C5B"/>
                </a:solidFill>
                <a:latin typeface="Arial"/>
                <a:ea typeface="Arial"/>
                <a:cs typeface="Arial"/>
              </a:defRPr>
            </a:lvl8pPr>
            <a:lvl9pPr>
              <a:defRPr sz="1275" b="0" i="0">
                <a:solidFill>
                  <a:srgbClr val="5E5C5B"/>
                </a:solidFill>
                <a:latin typeface="Arial"/>
                <a:ea typeface="Arial"/>
                <a:cs typeface="Arial"/>
              </a:defRPr>
            </a:lvl9pPr>
          </a:lstStyle>
          <a:p xmlns:a="http://schemas.openxmlformats.org/drawingml/2006/main">
            <a:pPr>
              <a:defRPr sz="1275" b="0" i="0">
                <a:solidFill>
                  <a:srgbClr val="5E5C5B"/>
                </a:solidFill>
                <a:latin typeface="Arial"/>
                <a:ea typeface="Arial"/>
                <a:cs typeface="Arial"/>
              </a:defRPr>
            </a:pPr>
            <a:r>
              <a:rPr sz="1275" b="0" i="0">
                <a:solidFill>
                  <a:srgbClr val="5E5C5B"/>
                </a:solidFill>
                <a:latin typeface="Arial"/>
                <a:ea typeface="Arial"/>
                <a:cs typeface="Arial"/>
              </a:rPr>
              <a:t>Andromeda Galaxy  /  original input sample</a:t>
            </a:r>
          </a:p>
        </p:txBody>
      </p:sp>
      <p:sp>
        <p:nvSpPr>
          <p:cNvPr id="7" name="text-57">
            <a:extLst xmlns:a="http://schemas.openxmlformats.org/drawingml/2006/main">
              <a:ext uri="{FF2B5EF4-FFF2-40B4-BE49-F238E27FC236}">
                <a16:creationId xmlns:a16="http://schemas.microsoft.com/office/drawing/2014/main" id="{3F4FD1B3-F7D7-455B-A0F0-77B8E1D38561}"/>
              </a:ext>
            </a:extLst>
          </p:cNvPr>
          <p:cNvSpPr>
            <a:spLocks xmlns:a="http://schemas.openxmlformats.org/drawingml/2006/main" noGrp="1"/>
          </p:cNvSpPr>
          <p:nvPr/>
        </p:nvSpPr>
        <p:spPr>
          <a:xfrm xmlns:a="http://schemas.openxmlformats.org/drawingml/2006/main">
            <a:off x="781050" y="4914900"/>
            <a:ext cx="43529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i="0">
                <a:solidFill>
                  <a:srgbClr val="292B30"/>
                </a:solidFill>
                <a:latin typeface="Georgia"/>
                <a:ea typeface="Georgia"/>
                <a:cs typeface="Georgia"/>
              </a:defRPr>
            </a:defPPr>
            <a:lvl1pPr>
              <a:defRPr sz="2100" b="0" i="0">
                <a:solidFill>
                  <a:srgbClr val="292B30"/>
                </a:solidFill>
                <a:latin typeface="Georgia"/>
                <a:ea typeface="Georgia"/>
                <a:cs typeface="Georgia"/>
              </a:defRPr>
            </a:lvl1pPr>
            <a:lvl2pPr>
              <a:defRPr sz="2100" b="0" i="0">
                <a:solidFill>
                  <a:srgbClr val="292B30"/>
                </a:solidFill>
                <a:latin typeface="Georgia"/>
                <a:ea typeface="Georgia"/>
                <a:cs typeface="Georgia"/>
              </a:defRPr>
            </a:lvl2pPr>
            <a:lvl3pPr>
              <a:defRPr sz="2100" b="0" i="0">
                <a:solidFill>
                  <a:srgbClr val="292B30"/>
                </a:solidFill>
                <a:latin typeface="Georgia"/>
                <a:ea typeface="Georgia"/>
                <a:cs typeface="Georgia"/>
              </a:defRPr>
            </a:lvl3pPr>
            <a:lvl4pPr>
              <a:defRPr sz="2100" b="0" i="0">
                <a:solidFill>
                  <a:srgbClr val="292B30"/>
                </a:solidFill>
                <a:latin typeface="Georgia"/>
                <a:ea typeface="Georgia"/>
                <a:cs typeface="Georgia"/>
              </a:defRPr>
            </a:lvl4pPr>
            <a:lvl5pPr>
              <a:defRPr sz="2100" b="0" i="0">
                <a:solidFill>
                  <a:srgbClr val="292B30"/>
                </a:solidFill>
                <a:latin typeface="Georgia"/>
                <a:ea typeface="Georgia"/>
                <a:cs typeface="Georgia"/>
              </a:defRPr>
            </a:lvl5pPr>
            <a:lvl6pPr>
              <a:defRPr sz="2100" b="0" i="0">
                <a:solidFill>
                  <a:srgbClr val="292B30"/>
                </a:solidFill>
                <a:latin typeface="Georgia"/>
                <a:ea typeface="Georgia"/>
                <a:cs typeface="Georgia"/>
              </a:defRPr>
            </a:lvl6pPr>
            <a:lvl7pPr>
              <a:defRPr sz="2100" b="0" i="0">
                <a:solidFill>
                  <a:srgbClr val="292B30"/>
                </a:solidFill>
                <a:latin typeface="Georgia"/>
                <a:ea typeface="Georgia"/>
                <a:cs typeface="Georgia"/>
              </a:defRPr>
            </a:lvl7pPr>
            <a:lvl8pPr>
              <a:defRPr sz="2100" b="0" i="0">
                <a:solidFill>
                  <a:srgbClr val="292B30"/>
                </a:solidFill>
                <a:latin typeface="Georgia"/>
                <a:ea typeface="Georgia"/>
                <a:cs typeface="Georgia"/>
              </a:defRPr>
            </a:lvl8pPr>
            <a:lvl9pPr>
              <a:defRPr sz="2100" b="0" i="0">
                <a:solidFill>
                  <a:srgbClr val="292B30"/>
                </a:solidFill>
                <a:latin typeface="Georgia"/>
                <a:ea typeface="Georgia"/>
                <a:cs typeface="Georgia"/>
              </a:defRPr>
            </a:lvl9pPr>
          </a:lstStyle>
          <a:p xmlns:a="http://schemas.openxmlformats.org/drawingml/2006/main">
            <a:pPr>
              <a:defRPr sz="2100" b="0" i="0">
                <a:solidFill>
                  <a:srgbClr val="292B30"/>
                </a:solidFill>
                <a:latin typeface="Georgia"/>
                <a:ea typeface="Georgia"/>
                <a:cs typeface="Georgia"/>
              </a:defRPr>
            </a:pPr>
            <a:r>
              <a:rPr sz="2100" b="0" i="0">
                <a:solidFill>
                  <a:srgbClr val="292B30"/>
                </a:solidFill>
                <a:latin typeface="Georgia"/>
                <a:ea typeface="Georgia"/>
                <a:cs typeface="Georgia"/>
              </a:rPr>
              <a:t>A katana comparison reveals</a:t>
            </a:r>
          </a:p>
          <a:p xmlns:a="http://schemas.openxmlformats.org/drawingml/2006/main">
            <a:pPr>
              <a:defRPr sz="2100" b="0" i="0">
                <a:solidFill>
                  <a:srgbClr val="292B30"/>
                </a:solidFill>
                <a:latin typeface="Georgia"/>
                <a:ea typeface="Georgia"/>
                <a:cs typeface="Georgia"/>
              </a:defRPr>
            </a:pPr>
            <a:r>
              <a:rPr sz="2100" b="0" i="0">
                <a:solidFill>
                  <a:srgbClr val="292B30"/>
                </a:solidFill>
                <a:latin typeface="Georgia"/>
                <a:ea typeface="Georgia"/>
                <a:cs typeface="Georgia"/>
              </a:rPr>
              <a:t>what changed in the image.</a:t>
            </a:r>
          </a:p>
        </p:txBody>
      </p:sp>
      <p:sp>
        <p:nvSpPr>
          <p:cNvPr id="8" name="text-58">
            <a:extLst xmlns:a="http://schemas.openxmlformats.org/drawingml/2006/main">
              <a:ext uri="{FF2B5EF4-FFF2-40B4-BE49-F238E27FC236}">
                <a16:creationId xmlns:a16="http://schemas.microsoft.com/office/drawing/2014/main" id="{71C7E9A6-A0AF-4BD6-8AB7-0DCD9285FB89}"/>
              </a:ext>
            </a:extLst>
          </p:cNvPr>
          <p:cNvSpPr>
            <a:spLocks xmlns:a="http://schemas.openxmlformats.org/drawingml/2006/main" noGrp="1"/>
          </p:cNvSpPr>
          <p:nvPr/>
        </p:nvSpPr>
        <p:spPr>
          <a:xfrm xmlns:a="http://schemas.openxmlformats.org/drawingml/2006/main">
            <a:off x="5543550" y="2209800"/>
            <a:ext cx="542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i="0">
                <a:solidFill>
                  <a:srgbClr val="A52836"/>
                </a:solidFill>
                <a:latin typeface="Georgia"/>
                <a:ea typeface="Georgia"/>
                <a:cs typeface="Georgia"/>
              </a:defRPr>
            </a:defPPr>
            <a:lvl1pPr>
              <a:defRPr sz="2025" b="0" i="0">
                <a:solidFill>
                  <a:srgbClr val="A52836"/>
                </a:solidFill>
                <a:latin typeface="Georgia"/>
                <a:ea typeface="Georgia"/>
                <a:cs typeface="Georgia"/>
              </a:defRPr>
            </a:lvl1pPr>
            <a:lvl2pPr>
              <a:defRPr sz="2025" b="0" i="0">
                <a:solidFill>
                  <a:srgbClr val="A52836"/>
                </a:solidFill>
                <a:latin typeface="Georgia"/>
                <a:ea typeface="Georgia"/>
                <a:cs typeface="Georgia"/>
              </a:defRPr>
            </a:lvl2pPr>
            <a:lvl3pPr>
              <a:defRPr sz="2025" b="0" i="0">
                <a:solidFill>
                  <a:srgbClr val="A52836"/>
                </a:solidFill>
                <a:latin typeface="Georgia"/>
                <a:ea typeface="Georgia"/>
                <a:cs typeface="Georgia"/>
              </a:defRPr>
            </a:lvl3pPr>
            <a:lvl4pPr>
              <a:defRPr sz="2025" b="0" i="0">
                <a:solidFill>
                  <a:srgbClr val="A52836"/>
                </a:solidFill>
                <a:latin typeface="Georgia"/>
                <a:ea typeface="Georgia"/>
                <a:cs typeface="Georgia"/>
              </a:defRPr>
            </a:lvl4pPr>
            <a:lvl5pPr>
              <a:defRPr sz="2025" b="0" i="0">
                <a:solidFill>
                  <a:srgbClr val="A52836"/>
                </a:solidFill>
                <a:latin typeface="Georgia"/>
                <a:ea typeface="Georgia"/>
                <a:cs typeface="Georgia"/>
              </a:defRPr>
            </a:lvl5pPr>
            <a:lvl6pPr>
              <a:defRPr sz="2025" b="0" i="0">
                <a:solidFill>
                  <a:srgbClr val="A52836"/>
                </a:solidFill>
                <a:latin typeface="Georgia"/>
                <a:ea typeface="Georgia"/>
                <a:cs typeface="Georgia"/>
              </a:defRPr>
            </a:lvl6pPr>
            <a:lvl7pPr>
              <a:defRPr sz="2025" b="0" i="0">
                <a:solidFill>
                  <a:srgbClr val="A52836"/>
                </a:solidFill>
                <a:latin typeface="Georgia"/>
                <a:ea typeface="Georgia"/>
                <a:cs typeface="Georgia"/>
              </a:defRPr>
            </a:lvl7pPr>
            <a:lvl8pPr>
              <a:defRPr sz="2025" b="0" i="0">
                <a:solidFill>
                  <a:srgbClr val="A52836"/>
                </a:solidFill>
                <a:latin typeface="Georgia"/>
                <a:ea typeface="Georgia"/>
                <a:cs typeface="Georgia"/>
              </a:defRPr>
            </a:lvl8pPr>
            <a:lvl9pPr>
              <a:defRPr sz="2025" b="0" i="0">
                <a:solidFill>
                  <a:srgbClr val="A52836"/>
                </a:solidFill>
                <a:latin typeface="Georgia"/>
                <a:ea typeface="Georgia"/>
                <a:cs typeface="Georgia"/>
              </a:defRPr>
            </a:lvl9pPr>
          </a:lstStyle>
          <a:p xmlns:a="http://schemas.openxmlformats.org/drawingml/2006/main">
            <a:pPr>
              <a:defRPr sz="2025" b="0" i="0">
                <a:solidFill>
                  <a:srgbClr val="A52836"/>
                </a:solidFill>
                <a:latin typeface="Georgia"/>
                <a:ea typeface="Georgia"/>
                <a:cs typeface="Georgia"/>
              </a:defRPr>
            </a:pPr>
            <a:r>
              <a:rPr sz="2025" b="0" i="0">
                <a:solidFill>
                  <a:srgbClr val="A52836"/>
                </a:solidFill>
                <a:latin typeface="Georgia"/>
                <a:ea typeface="Georgia"/>
                <a:cs typeface="Georgia"/>
              </a:rPr>
              <a:t>01</a:t>
            </a:r>
          </a:p>
        </p:txBody>
      </p:sp>
      <p:sp>
        <p:nvSpPr>
          <p:cNvPr id="9" name="text-59">
            <a:extLst xmlns:a="http://schemas.openxmlformats.org/drawingml/2006/main">
              <a:ext uri="{FF2B5EF4-FFF2-40B4-BE49-F238E27FC236}">
                <a16:creationId xmlns:a16="http://schemas.microsoft.com/office/drawing/2014/main" id="{DDE381A2-9167-42F9-AF8A-016D7E9EB812}"/>
              </a:ext>
            </a:extLst>
          </p:cNvPr>
          <p:cNvSpPr>
            <a:spLocks xmlns:a="http://schemas.openxmlformats.org/drawingml/2006/main" noGrp="1"/>
          </p:cNvSpPr>
          <p:nvPr/>
        </p:nvSpPr>
        <p:spPr>
          <a:xfrm xmlns:a="http://schemas.openxmlformats.org/drawingml/2006/main">
            <a:off x="6172200" y="2209800"/>
            <a:ext cx="48101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i="0">
                <a:solidFill>
                  <a:srgbClr val="292B30"/>
                </a:solidFill>
                <a:latin typeface="Arial"/>
                <a:ea typeface="Arial"/>
                <a:cs typeface="Arial"/>
              </a:defRPr>
            </a:defPPr>
            <a:lvl1pPr>
              <a:defRPr sz="1950" b="1" i="0">
                <a:solidFill>
                  <a:srgbClr val="292B30"/>
                </a:solidFill>
                <a:latin typeface="Arial"/>
                <a:ea typeface="Arial"/>
                <a:cs typeface="Arial"/>
              </a:defRPr>
            </a:lvl1pPr>
            <a:lvl2pPr>
              <a:defRPr sz="1950" b="1" i="0">
                <a:solidFill>
                  <a:srgbClr val="292B30"/>
                </a:solidFill>
                <a:latin typeface="Arial"/>
                <a:ea typeface="Arial"/>
                <a:cs typeface="Arial"/>
              </a:defRPr>
            </a:lvl2pPr>
            <a:lvl3pPr>
              <a:defRPr sz="1950" b="1" i="0">
                <a:solidFill>
                  <a:srgbClr val="292B30"/>
                </a:solidFill>
                <a:latin typeface="Arial"/>
                <a:ea typeface="Arial"/>
                <a:cs typeface="Arial"/>
              </a:defRPr>
            </a:lvl3pPr>
            <a:lvl4pPr>
              <a:defRPr sz="1950" b="1" i="0">
                <a:solidFill>
                  <a:srgbClr val="292B30"/>
                </a:solidFill>
                <a:latin typeface="Arial"/>
                <a:ea typeface="Arial"/>
                <a:cs typeface="Arial"/>
              </a:defRPr>
            </a:lvl4pPr>
            <a:lvl5pPr>
              <a:defRPr sz="1950" b="1" i="0">
                <a:solidFill>
                  <a:srgbClr val="292B30"/>
                </a:solidFill>
                <a:latin typeface="Arial"/>
                <a:ea typeface="Arial"/>
                <a:cs typeface="Arial"/>
              </a:defRPr>
            </a:lvl5pPr>
            <a:lvl6pPr>
              <a:defRPr sz="1950" b="1" i="0">
                <a:solidFill>
                  <a:srgbClr val="292B30"/>
                </a:solidFill>
                <a:latin typeface="Arial"/>
                <a:ea typeface="Arial"/>
                <a:cs typeface="Arial"/>
              </a:defRPr>
            </a:lvl6pPr>
            <a:lvl7pPr>
              <a:defRPr sz="1950" b="1" i="0">
                <a:solidFill>
                  <a:srgbClr val="292B30"/>
                </a:solidFill>
                <a:latin typeface="Arial"/>
                <a:ea typeface="Arial"/>
                <a:cs typeface="Arial"/>
              </a:defRPr>
            </a:lvl7pPr>
            <a:lvl8pPr>
              <a:defRPr sz="1950" b="1" i="0">
                <a:solidFill>
                  <a:srgbClr val="292B30"/>
                </a:solidFill>
                <a:latin typeface="Arial"/>
                <a:ea typeface="Arial"/>
                <a:cs typeface="Arial"/>
              </a:defRPr>
            </a:lvl8pPr>
            <a:lvl9pPr>
              <a:defRPr sz="1950" b="1" i="0">
                <a:solidFill>
                  <a:srgbClr val="292B30"/>
                </a:solidFill>
                <a:latin typeface="Arial"/>
                <a:ea typeface="Arial"/>
                <a:cs typeface="Arial"/>
              </a:defRPr>
            </a:lvl9pPr>
          </a:lstStyle>
          <a:p xmlns:a="http://schemas.openxmlformats.org/drawingml/2006/main">
            <a:pPr>
              <a:defRPr sz="1950" b="1" i="0">
                <a:solidFill>
                  <a:srgbClr val="292B30"/>
                </a:solidFill>
                <a:latin typeface="Arial"/>
                <a:ea typeface="Arial"/>
                <a:cs typeface="Arial"/>
              </a:defRPr>
            </a:pPr>
            <a:r>
              <a:rPr sz="1950" b="1" i="0">
                <a:solidFill>
                  <a:srgbClr val="292B30"/>
                </a:solidFill>
                <a:latin typeface="Arial"/>
                <a:ea typeface="Arial"/>
                <a:cs typeface="Arial"/>
              </a:rPr>
              <a:t>Measure and restore</a:t>
            </a:r>
          </a:p>
        </p:txBody>
      </p:sp>
      <p:sp>
        <p:nvSpPr>
          <p:cNvPr id="10" name="text-60">
            <a:extLst xmlns:a="http://schemas.openxmlformats.org/drawingml/2006/main">
              <a:ext uri="{FF2B5EF4-FFF2-40B4-BE49-F238E27FC236}">
                <a16:creationId xmlns:a16="http://schemas.microsoft.com/office/drawing/2014/main" id="{9EB68244-F2A3-43A6-996A-D19EA145E941}"/>
              </a:ext>
            </a:extLst>
          </p:cNvPr>
          <p:cNvSpPr>
            <a:spLocks xmlns:a="http://schemas.openxmlformats.org/drawingml/2006/main" noGrp="1"/>
          </p:cNvSpPr>
          <p:nvPr/>
        </p:nvSpPr>
        <p:spPr>
          <a:xfrm xmlns:a="http://schemas.openxmlformats.org/drawingml/2006/main">
            <a:off x="6172200" y="2647950"/>
            <a:ext cx="4810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i="0">
                <a:solidFill>
                  <a:srgbClr val="5E5C5B"/>
                </a:solidFill>
                <a:latin typeface="Arial"/>
                <a:ea typeface="Arial"/>
                <a:cs typeface="Arial"/>
              </a:defRPr>
            </a:defPPr>
            <a:lvl1pPr>
              <a:defRPr sz="1725" b="0" i="0">
                <a:solidFill>
                  <a:srgbClr val="5E5C5B"/>
                </a:solidFill>
                <a:latin typeface="Arial"/>
                <a:ea typeface="Arial"/>
                <a:cs typeface="Arial"/>
              </a:defRPr>
            </a:lvl1pPr>
            <a:lvl2pPr>
              <a:defRPr sz="1725" b="0" i="0">
                <a:solidFill>
                  <a:srgbClr val="5E5C5B"/>
                </a:solidFill>
                <a:latin typeface="Arial"/>
                <a:ea typeface="Arial"/>
                <a:cs typeface="Arial"/>
              </a:defRPr>
            </a:lvl2pPr>
            <a:lvl3pPr>
              <a:defRPr sz="1725" b="0" i="0">
                <a:solidFill>
                  <a:srgbClr val="5E5C5B"/>
                </a:solidFill>
                <a:latin typeface="Arial"/>
                <a:ea typeface="Arial"/>
                <a:cs typeface="Arial"/>
              </a:defRPr>
            </a:lvl3pPr>
            <a:lvl4pPr>
              <a:defRPr sz="1725" b="0" i="0">
                <a:solidFill>
                  <a:srgbClr val="5E5C5B"/>
                </a:solidFill>
                <a:latin typeface="Arial"/>
                <a:ea typeface="Arial"/>
                <a:cs typeface="Arial"/>
              </a:defRPr>
            </a:lvl4pPr>
            <a:lvl5pPr>
              <a:defRPr sz="1725" b="0" i="0">
                <a:solidFill>
                  <a:srgbClr val="5E5C5B"/>
                </a:solidFill>
                <a:latin typeface="Arial"/>
                <a:ea typeface="Arial"/>
                <a:cs typeface="Arial"/>
              </a:defRPr>
            </a:lvl5pPr>
            <a:lvl6pPr>
              <a:defRPr sz="1725" b="0" i="0">
                <a:solidFill>
                  <a:srgbClr val="5E5C5B"/>
                </a:solidFill>
                <a:latin typeface="Arial"/>
                <a:ea typeface="Arial"/>
                <a:cs typeface="Arial"/>
              </a:defRPr>
            </a:lvl6pPr>
            <a:lvl7pPr>
              <a:defRPr sz="1725" b="0" i="0">
                <a:solidFill>
                  <a:srgbClr val="5E5C5B"/>
                </a:solidFill>
                <a:latin typeface="Arial"/>
                <a:ea typeface="Arial"/>
                <a:cs typeface="Arial"/>
              </a:defRPr>
            </a:lvl7pPr>
            <a:lvl8pPr>
              <a:defRPr sz="1725" b="0" i="0">
                <a:solidFill>
                  <a:srgbClr val="5E5C5B"/>
                </a:solidFill>
                <a:latin typeface="Arial"/>
                <a:ea typeface="Arial"/>
                <a:cs typeface="Arial"/>
              </a:defRPr>
            </a:lvl8pPr>
            <a:lvl9pPr>
              <a:defRPr sz="1725" b="0" i="0">
                <a:solidFill>
                  <a:srgbClr val="5E5C5B"/>
                </a:solidFill>
                <a:latin typeface="Arial"/>
                <a:ea typeface="Arial"/>
                <a:cs typeface="Arial"/>
              </a:defRPr>
            </a:lvl9pPr>
          </a:lstStyle>
          <a:p xmlns:a="http://schemas.openxmlformats.org/drawingml/2006/main">
            <a:pPr>
              <a:defRPr sz="1725" b="0" i="0">
                <a:solidFill>
                  <a:srgbClr val="5E5C5B"/>
                </a:solidFill>
                <a:latin typeface="Arial"/>
                <a:ea typeface="Arial"/>
                <a:cs typeface="Arial"/>
              </a:defRPr>
            </a:pPr>
            <a:r>
              <a:rPr sz="1725" b="0" i="0">
                <a:solidFill>
                  <a:srgbClr val="5E5C5B"/>
                </a:solidFill>
                <a:latin typeface="Arial"/>
                <a:ea typeface="Arial"/>
                <a:cs typeface="Arial"/>
              </a:rPr>
              <a:t>Estimate stellar blur, reduce noise and</a:t>
            </a:r>
          </a:p>
          <a:p xmlns:a="http://schemas.openxmlformats.org/drawingml/2006/main">
            <a:pPr>
              <a:defRPr sz="1725" b="0" i="0">
                <a:solidFill>
                  <a:srgbClr val="5E5C5B"/>
                </a:solidFill>
                <a:latin typeface="Arial"/>
                <a:ea typeface="Arial"/>
                <a:cs typeface="Arial"/>
              </a:defRPr>
            </a:pPr>
            <a:r>
              <a:rPr sz="1725" b="0" i="0">
                <a:solidFill>
                  <a:srgbClr val="5E5C5B"/>
                </a:solidFill>
                <a:latin typeface="Arial"/>
                <a:ea typeface="Arial"/>
                <a:cs typeface="Arial"/>
              </a:rPr>
              <a:t>apply Richardson–Lucy deconvolution.</a:t>
            </a:r>
          </a:p>
        </p:txBody>
      </p:sp>
      <p:sp>
        <p:nvSpPr>
          <p:cNvPr id="11" name="text-61">
            <a:extLst xmlns:a="http://schemas.openxmlformats.org/drawingml/2006/main">
              <a:ext uri="{FF2B5EF4-FFF2-40B4-BE49-F238E27FC236}">
                <a16:creationId xmlns:a16="http://schemas.microsoft.com/office/drawing/2014/main" id="{0CCEC2CF-166A-4872-90DD-57EEC905DCD7}"/>
              </a:ext>
            </a:extLst>
          </p:cNvPr>
          <p:cNvSpPr>
            <a:spLocks xmlns:a="http://schemas.openxmlformats.org/drawingml/2006/main" noGrp="1"/>
          </p:cNvSpPr>
          <p:nvPr/>
        </p:nvSpPr>
        <p:spPr>
          <a:xfrm xmlns:a="http://schemas.openxmlformats.org/drawingml/2006/main">
            <a:off x="5543550" y="3495675"/>
            <a:ext cx="542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i="0">
                <a:solidFill>
                  <a:srgbClr val="A52836"/>
                </a:solidFill>
                <a:latin typeface="Georgia"/>
                <a:ea typeface="Georgia"/>
                <a:cs typeface="Georgia"/>
              </a:defRPr>
            </a:defPPr>
            <a:lvl1pPr>
              <a:defRPr sz="2025" b="0" i="0">
                <a:solidFill>
                  <a:srgbClr val="A52836"/>
                </a:solidFill>
                <a:latin typeface="Georgia"/>
                <a:ea typeface="Georgia"/>
                <a:cs typeface="Georgia"/>
              </a:defRPr>
            </a:lvl1pPr>
            <a:lvl2pPr>
              <a:defRPr sz="2025" b="0" i="0">
                <a:solidFill>
                  <a:srgbClr val="A52836"/>
                </a:solidFill>
                <a:latin typeface="Georgia"/>
                <a:ea typeface="Georgia"/>
                <a:cs typeface="Georgia"/>
              </a:defRPr>
            </a:lvl2pPr>
            <a:lvl3pPr>
              <a:defRPr sz="2025" b="0" i="0">
                <a:solidFill>
                  <a:srgbClr val="A52836"/>
                </a:solidFill>
                <a:latin typeface="Georgia"/>
                <a:ea typeface="Georgia"/>
                <a:cs typeface="Georgia"/>
              </a:defRPr>
            </a:lvl3pPr>
            <a:lvl4pPr>
              <a:defRPr sz="2025" b="0" i="0">
                <a:solidFill>
                  <a:srgbClr val="A52836"/>
                </a:solidFill>
                <a:latin typeface="Georgia"/>
                <a:ea typeface="Georgia"/>
                <a:cs typeface="Georgia"/>
              </a:defRPr>
            </a:lvl4pPr>
            <a:lvl5pPr>
              <a:defRPr sz="2025" b="0" i="0">
                <a:solidFill>
                  <a:srgbClr val="A52836"/>
                </a:solidFill>
                <a:latin typeface="Georgia"/>
                <a:ea typeface="Georgia"/>
                <a:cs typeface="Georgia"/>
              </a:defRPr>
            </a:lvl5pPr>
            <a:lvl6pPr>
              <a:defRPr sz="2025" b="0" i="0">
                <a:solidFill>
                  <a:srgbClr val="A52836"/>
                </a:solidFill>
                <a:latin typeface="Georgia"/>
                <a:ea typeface="Georgia"/>
                <a:cs typeface="Georgia"/>
              </a:defRPr>
            </a:lvl6pPr>
            <a:lvl7pPr>
              <a:defRPr sz="2025" b="0" i="0">
                <a:solidFill>
                  <a:srgbClr val="A52836"/>
                </a:solidFill>
                <a:latin typeface="Georgia"/>
                <a:ea typeface="Georgia"/>
                <a:cs typeface="Georgia"/>
              </a:defRPr>
            </a:lvl7pPr>
            <a:lvl8pPr>
              <a:defRPr sz="2025" b="0" i="0">
                <a:solidFill>
                  <a:srgbClr val="A52836"/>
                </a:solidFill>
                <a:latin typeface="Georgia"/>
                <a:ea typeface="Georgia"/>
                <a:cs typeface="Georgia"/>
              </a:defRPr>
            </a:lvl8pPr>
            <a:lvl9pPr>
              <a:defRPr sz="2025" b="0" i="0">
                <a:solidFill>
                  <a:srgbClr val="A52836"/>
                </a:solidFill>
                <a:latin typeface="Georgia"/>
                <a:ea typeface="Georgia"/>
                <a:cs typeface="Georgia"/>
              </a:defRPr>
            </a:lvl9pPr>
          </a:lstStyle>
          <a:p xmlns:a="http://schemas.openxmlformats.org/drawingml/2006/main">
            <a:pPr>
              <a:defRPr sz="2025" b="0" i="0">
                <a:solidFill>
                  <a:srgbClr val="A52836"/>
                </a:solidFill>
                <a:latin typeface="Georgia"/>
                <a:ea typeface="Georgia"/>
                <a:cs typeface="Georgia"/>
              </a:defRPr>
            </a:pPr>
            <a:r>
              <a:rPr sz="2025" b="0" i="0">
                <a:solidFill>
                  <a:srgbClr val="A52836"/>
                </a:solidFill>
                <a:latin typeface="Georgia"/>
                <a:ea typeface="Georgia"/>
                <a:cs typeface="Georgia"/>
              </a:rPr>
              <a:t>02</a:t>
            </a:r>
          </a:p>
        </p:txBody>
      </p:sp>
      <p:sp>
        <p:nvSpPr>
          <p:cNvPr id="12" name="text-62">
            <a:extLst xmlns:a="http://schemas.openxmlformats.org/drawingml/2006/main">
              <a:ext uri="{FF2B5EF4-FFF2-40B4-BE49-F238E27FC236}">
                <a16:creationId xmlns:a16="http://schemas.microsoft.com/office/drawing/2014/main" id="{99704BAE-DD08-4987-9D99-CC5319F8F541}"/>
              </a:ext>
            </a:extLst>
          </p:cNvPr>
          <p:cNvSpPr>
            <a:spLocks xmlns:a="http://schemas.openxmlformats.org/drawingml/2006/main" noGrp="1"/>
          </p:cNvSpPr>
          <p:nvPr/>
        </p:nvSpPr>
        <p:spPr>
          <a:xfrm xmlns:a="http://schemas.openxmlformats.org/drawingml/2006/main">
            <a:off x="6172200" y="3495675"/>
            <a:ext cx="48101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i="0">
                <a:solidFill>
                  <a:srgbClr val="292B30"/>
                </a:solidFill>
                <a:latin typeface="Arial"/>
                <a:ea typeface="Arial"/>
                <a:cs typeface="Arial"/>
              </a:defRPr>
            </a:defPPr>
            <a:lvl1pPr>
              <a:defRPr sz="1950" b="1" i="0">
                <a:solidFill>
                  <a:srgbClr val="292B30"/>
                </a:solidFill>
                <a:latin typeface="Arial"/>
                <a:ea typeface="Arial"/>
                <a:cs typeface="Arial"/>
              </a:defRPr>
            </a:lvl1pPr>
            <a:lvl2pPr>
              <a:defRPr sz="1950" b="1" i="0">
                <a:solidFill>
                  <a:srgbClr val="292B30"/>
                </a:solidFill>
                <a:latin typeface="Arial"/>
                <a:ea typeface="Arial"/>
                <a:cs typeface="Arial"/>
              </a:defRPr>
            </a:lvl2pPr>
            <a:lvl3pPr>
              <a:defRPr sz="1950" b="1" i="0">
                <a:solidFill>
                  <a:srgbClr val="292B30"/>
                </a:solidFill>
                <a:latin typeface="Arial"/>
                <a:ea typeface="Arial"/>
                <a:cs typeface="Arial"/>
              </a:defRPr>
            </a:lvl3pPr>
            <a:lvl4pPr>
              <a:defRPr sz="1950" b="1" i="0">
                <a:solidFill>
                  <a:srgbClr val="292B30"/>
                </a:solidFill>
                <a:latin typeface="Arial"/>
                <a:ea typeface="Arial"/>
                <a:cs typeface="Arial"/>
              </a:defRPr>
            </a:lvl4pPr>
            <a:lvl5pPr>
              <a:defRPr sz="1950" b="1" i="0">
                <a:solidFill>
                  <a:srgbClr val="292B30"/>
                </a:solidFill>
                <a:latin typeface="Arial"/>
                <a:ea typeface="Arial"/>
                <a:cs typeface="Arial"/>
              </a:defRPr>
            </a:lvl5pPr>
            <a:lvl6pPr>
              <a:defRPr sz="1950" b="1" i="0">
                <a:solidFill>
                  <a:srgbClr val="292B30"/>
                </a:solidFill>
                <a:latin typeface="Arial"/>
                <a:ea typeface="Arial"/>
                <a:cs typeface="Arial"/>
              </a:defRPr>
            </a:lvl6pPr>
            <a:lvl7pPr>
              <a:defRPr sz="1950" b="1" i="0">
                <a:solidFill>
                  <a:srgbClr val="292B30"/>
                </a:solidFill>
                <a:latin typeface="Arial"/>
                <a:ea typeface="Arial"/>
                <a:cs typeface="Arial"/>
              </a:defRPr>
            </a:lvl7pPr>
            <a:lvl8pPr>
              <a:defRPr sz="1950" b="1" i="0">
                <a:solidFill>
                  <a:srgbClr val="292B30"/>
                </a:solidFill>
                <a:latin typeface="Arial"/>
                <a:ea typeface="Arial"/>
                <a:cs typeface="Arial"/>
              </a:defRPr>
            </a:lvl8pPr>
            <a:lvl9pPr>
              <a:defRPr sz="1950" b="1" i="0">
                <a:solidFill>
                  <a:srgbClr val="292B30"/>
                </a:solidFill>
                <a:latin typeface="Arial"/>
                <a:ea typeface="Arial"/>
                <a:cs typeface="Arial"/>
              </a:defRPr>
            </a:lvl9pPr>
          </a:lstStyle>
          <a:p xmlns:a="http://schemas.openxmlformats.org/drawingml/2006/main">
            <a:pPr>
              <a:defRPr sz="1950" b="1" i="0">
                <a:solidFill>
                  <a:srgbClr val="292B30"/>
                </a:solidFill>
                <a:latin typeface="Arial"/>
                <a:ea typeface="Arial"/>
                <a:cs typeface="Arial"/>
              </a:defRPr>
            </a:pPr>
            <a:r>
              <a:rPr sz="1950" b="1" i="0">
                <a:solidFill>
                  <a:srgbClr val="292B30"/>
                </a:solidFill>
                <a:latin typeface="Arial"/>
                <a:ea typeface="Arial"/>
                <a:cs typeface="Arial"/>
              </a:rPr>
              <a:t>Explore the objects</a:t>
            </a:r>
          </a:p>
        </p:txBody>
      </p:sp>
      <p:sp>
        <p:nvSpPr>
          <p:cNvPr id="13" name="text-63">
            <a:extLst xmlns:a="http://schemas.openxmlformats.org/drawingml/2006/main">
              <a:ext uri="{FF2B5EF4-FFF2-40B4-BE49-F238E27FC236}">
                <a16:creationId xmlns:a16="http://schemas.microsoft.com/office/drawing/2014/main" id="{926BD4A5-0E0E-4F1A-85B0-3EA1775BF48A}"/>
              </a:ext>
            </a:extLst>
          </p:cNvPr>
          <p:cNvSpPr>
            <a:spLocks xmlns:a="http://schemas.openxmlformats.org/drawingml/2006/main" noGrp="1"/>
          </p:cNvSpPr>
          <p:nvPr/>
        </p:nvSpPr>
        <p:spPr>
          <a:xfrm xmlns:a="http://schemas.openxmlformats.org/drawingml/2006/main">
            <a:off x="6172200" y="3933825"/>
            <a:ext cx="4810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i="0">
                <a:solidFill>
                  <a:srgbClr val="5E5C5B"/>
                </a:solidFill>
                <a:latin typeface="Arial"/>
                <a:ea typeface="Arial"/>
                <a:cs typeface="Arial"/>
              </a:defRPr>
            </a:defPPr>
            <a:lvl1pPr>
              <a:defRPr sz="1725" b="0" i="0">
                <a:solidFill>
                  <a:srgbClr val="5E5C5B"/>
                </a:solidFill>
                <a:latin typeface="Arial"/>
                <a:ea typeface="Arial"/>
                <a:cs typeface="Arial"/>
              </a:defRPr>
            </a:lvl1pPr>
            <a:lvl2pPr>
              <a:defRPr sz="1725" b="0" i="0">
                <a:solidFill>
                  <a:srgbClr val="5E5C5B"/>
                </a:solidFill>
                <a:latin typeface="Arial"/>
                <a:ea typeface="Arial"/>
                <a:cs typeface="Arial"/>
              </a:defRPr>
            </a:lvl2pPr>
            <a:lvl3pPr>
              <a:defRPr sz="1725" b="0" i="0">
                <a:solidFill>
                  <a:srgbClr val="5E5C5B"/>
                </a:solidFill>
                <a:latin typeface="Arial"/>
                <a:ea typeface="Arial"/>
                <a:cs typeface="Arial"/>
              </a:defRPr>
            </a:lvl3pPr>
            <a:lvl4pPr>
              <a:defRPr sz="1725" b="0" i="0">
                <a:solidFill>
                  <a:srgbClr val="5E5C5B"/>
                </a:solidFill>
                <a:latin typeface="Arial"/>
                <a:ea typeface="Arial"/>
                <a:cs typeface="Arial"/>
              </a:defRPr>
            </a:lvl4pPr>
            <a:lvl5pPr>
              <a:defRPr sz="1725" b="0" i="0">
                <a:solidFill>
                  <a:srgbClr val="5E5C5B"/>
                </a:solidFill>
                <a:latin typeface="Arial"/>
                <a:ea typeface="Arial"/>
                <a:cs typeface="Arial"/>
              </a:defRPr>
            </a:lvl5pPr>
            <a:lvl6pPr>
              <a:defRPr sz="1725" b="0" i="0">
                <a:solidFill>
                  <a:srgbClr val="5E5C5B"/>
                </a:solidFill>
                <a:latin typeface="Arial"/>
                <a:ea typeface="Arial"/>
                <a:cs typeface="Arial"/>
              </a:defRPr>
            </a:lvl6pPr>
            <a:lvl7pPr>
              <a:defRPr sz="1725" b="0" i="0">
                <a:solidFill>
                  <a:srgbClr val="5E5C5B"/>
                </a:solidFill>
                <a:latin typeface="Arial"/>
                <a:ea typeface="Arial"/>
                <a:cs typeface="Arial"/>
              </a:defRPr>
            </a:lvl7pPr>
            <a:lvl8pPr>
              <a:defRPr sz="1725" b="0" i="0">
                <a:solidFill>
                  <a:srgbClr val="5E5C5B"/>
                </a:solidFill>
                <a:latin typeface="Arial"/>
                <a:ea typeface="Arial"/>
                <a:cs typeface="Arial"/>
              </a:defRPr>
            </a:lvl8pPr>
            <a:lvl9pPr>
              <a:defRPr sz="1725" b="0" i="0">
                <a:solidFill>
                  <a:srgbClr val="5E5C5B"/>
                </a:solidFill>
                <a:latin typeface="Arial"/>
                <a:ea typeface="Arial"/>
                <a:cs typeface="Arial"/>
              </a:defRPr>
            </a:lvl9pPr>
          </a:lstStyle>
          <a:p xmlns:a="http://schemas.openxmlformats.org/drawingml/2006/main">
            <a:pPr>
              <a:defRPr sz="1725" b="0" i="0">
                <a:solidFill>
                  <a:srgbClr val="5E5C5B"/>
                </a:solidFill>
                <a:latin typeface="Arial"/>
                <a:ea typeface="Arial"/>
                <a:cs typeface="Arial"/>
              </a:defRPr>
            </a:pPr>
            <a:r>
              <a:rPr sz="1725" b="0" i="0">
                <a:solidFill>
                  <a:srgbClr val="5E5C5B"/>
                </a:solidFill>
                <a:latin typeface="Arial"/>
                <a:ea typeface="Arial"/>
                <a:cs typeface="Arial"/>
              </a:rPr>
              <a:t>Compare original and restored views,</a:t>
            </a:r>
          </a:p>
          <a:p xmlns:a="http://schemas.openxmlformats.org/drawingml/2006/main">
            <a:pPr>
              <a:defRPr sz="1725" b="0" i="0">
                <a:solidFill>
                  <a:srgbClr val="5E5C5B"/>
                </a:solidFill>
                <a:latin typeface="Arial"/>
                <a:ea typeface="Arial"/>
                <a:cs typeface="Arial"/>
              </a:defRPr>
            </a:pPr>
            <a:r>
              <a:rPr sz="1725" b="0" i="0">
                <a:solidFill>
                  <a:srgbClr val="5E5C5B"/>
                </a:solidFill>
                <a:latin typeface="Arial"/>
                <a:ea typeface="Arial"/>
                <a:cs typeface="Arial"/>
              </a:rPr>
              <a:t>with detections and object measurements.</a:t>
            </a:r>
          </a:p>
        </p:txBody>
      </p:sp>
      <p:sp>
        <p:nvSpPr>
          <p:cNvPr id="14" name="text-64">
            <a:extLst xmlns:a="http://schemas.openxmlformats.org/drawingml/2006/main">
              <a:ext uri="{FF2B5EF4-FFF2-40B4-BE49-F238E27FC236}">
                <a16:creationId xmlns:a16="http://schemas.microsoft.com/office/drawing/2014/main" id="{E615B1EE-0249-4B06-9996-BC7FE7C14A55}"/>
              </a:ext>
            </a:extLst>
          </p:cNvPr>
          <p:cNvSpPr>
            <a:spLocks xmlns:a="http://schemas.openxmlformats.org/drawingml/2006/main" noGrp="1"/>
          </p:cNvSpPr>
          <p:nvPr/>
        </p:nvSpPr>
        <p:spPr>
          <a:xfrm xmlns:a="http://schemas.openxmlformats.org/drawingml/2006/main">
            <a:off x="5543550" y="4781550"/>
            <a:ext cx="542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i="0">
                <a:solidFill>
                  <a:srgbClr val="A52836"/>
                </a:solidFill>
                <a:latin typeface="Georgia"/>
                <a:ea typeface="Georgia"/>
                <a:cs typeface="Georgia"/>
              </a:defRPr>
            </a:defPPr>
            <a:lvl1pPr>
              <a:defRPr sz="2025" b="0" i="0">
                <a:solidFill>
                  <a:srgbClr val="A52836"/>
                </a:solidFill>
                <a:latin typeface="Georgia"/>
                <a:ea typeface="Georgia"/>
                <a:cs typeface="Georgia"/>
              </a:defRPr>
            </a:lvl1pPr>
            <a:lvl2pPr>
              <a:defRPr sz="2025" b="0" i="0">
                <a:solidFill>
                  <a:srgbClr val="A52836"/>
                </a:solidFill>
                <a:latin typeface="Georgia"/>
                <a:ea typeface="Georgia"/>
                <a:cs typeface="Georgia"/>
              </a:defRPr>
            </a:lvl2pPr>
            <a:lvl3pPr>
              <a:defRPr sz="2025" b="0" i="0">
                <a:solidFill>
                  <a:srgbClr val="A52836"/>
                </a:solidFill>
                <a:latin typeface="Georgia"/>
                <a:ea typeface="Georgia"/>
                <a:cs typeface="Georgia"/>
              </a:defRPr>
            </a:lvl3pPr>
            <a:lvl4pPr>
              <a:defRPr sz="2025" b="0" i="0">
                <a:solidFill>
                  <a:srgbClr val="A52836"/>
                </a:solidFill>
                <a:latin typeface="Georgia"/>
                <a:ea typeface="Georgia"/>
                <a:cs typeface="Georgia"/>
              </a:defRPr>
            </a:lvl4pPr>
            <a:lvl5pPr>
              <a:defRPr sz="2025" b="0" i="0">
                <a:solidFill>
                  <a:srgbClr val="A52836"/>
                </a:solidFill>
                <a:latin typeface="Georgia"/>
                <a:ea typeface="Georgia"/>
                <a:cs typeface="Georgia"/>
              </a:defRPr>
            </a:lvl5pPr>
            <a:lvl6pPr>
              <a:defRPr sz="2025" b="0" i="0">
                <a:solidFill>
                  <a:srgbClr val="A52836"/>
                </a:solidFill>
                <a:latin typeface="Georgia"/>
                <a:ea typeface="Georgia"/>
                <a:cs typeface="Georgia"/>
              </a:defRPr>
            </a:lvl6pPr>
            <a:lvl7pPr>
              <a:defRPr sz="2025" b="0" i="0">
                <a:solidFill>
                  <a:srgbClr val="A52836"/>
                </a:solidFill>
                <a:latin typeface="Georgia"/>
                <a:ea typeface="Georgia"/>
                <a:cs typeface="Georgia"/>
              </a:defRPr>
            </a:lvl7pPr>
            <a:lvl8pPr>
              <a:defRPr sz="2025" b="0" i="0">
                <a:solidFill>
                  <a:srgbClr val="A52836"/>
                </a:solidFill>
                <a:latin typeface="Georgia"/>
                <a:ea typeface="Georgia"/>
                <a:cs typeface="Georgia"/>
              </a:defRPr>
            </a:lvl8pPr>
            <a:lvl9pPr>
              <a:defRPr sz="2025" b="0" i="0">
                <a:solidFill>
                  <a:srgbClr val="A52836"/>
                </a:solidFill>
                <a:latin typeface="Georgia"/>
                <a:ea typeface="Georgia"/>
                <a:cs typeface="Georgia"/>
              </a:defRPr>
            </a:lvl9pPr>
          </a:lstStyle>
          <a:p xmlns:a="http://schemas.openxmlformats.org/drawingml/2006/main">
            <a:pPr>
              <a:defRPr sz="2025" b="0" i="0">
                <a:solidFill>
                  <a:srgbClr val="A52836"/>
                </a:solidFill>
                <a:latin typeface="Georgia"/>
                <a:ea typeface="Georgia"/>
                <a:cs typeface="Georgia"/>
              </a:defRPr>
            </a:pPr>
            <a:r>
              <a:rPr sz="2025" b="0" i="0">
                <a:solidFill>
                  <a:srgbClr val="A52836"/>
                </a:solidFill>
                <a:latin typeface="Georgia"/>
                <a:ea typeface="Georgia"/>
                <a:cs typeface="Georgia"/>
              </a:rPr>
              <a:t>03</a:t>
            </a:r>
          </a:p>
        </p:txBody>
      </p:sp>
      <p:sp>
        <p:nvSpPr>
          <p:cNvPr id="15" name="text-65">
            <a:extLst xmlns:a="http://schemas.openxmlformats.org/drawingml/2006/main">
              <a:ext uri="{FF2B5EF4-FFF2-40B4-BE49-F238E27FC236}">
                <a16:creationId xmlns:a16="http://schemas.microsoft.com/office/drawing/2014/main" id="{93E4219A-5D4C-4A81-A83F-F7FA58E60595}"/>
              </a:ext>
            </a:extLst>
          </p:cNvPr>
          <p:cNvSpPr>
            <a:spLocks xmlns:a="http://schemas.openxmlformats.org/drawingml/2006/main" noGrp="1"/>
          </p:cNvSpPr>
          <p:nvPr/>
        </p:nvSpPr>
        <p:spPr>
          <a:xfrm xmlns:a="http://schemas.openxmlformats.org/drawingml/2006/main">
            <a:off x="6172200" y="4781550"/>
            <a:ext cx="48101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i="0">
                <a:solidFill>
                  <a:srgbClr val="292B30"/>
                </a:solidFill>
                <a:latin typeface="Arial"/>
                <a:ea typeface="Arial"/>
                <a:cs typeface="Arial"/>
              </a:defRPr>
            </a:defPPr>
            <a:lvl1pPr>
              <a:defRPr sz="1950" b="1" i="0">
                <a:solidFill>
                  <a:srgbClr val="292B30"/>
                </a:solidFill>
                <a:latin typeface="Arial"/>
                <a:ea typeface="Arial"/>
                <a:cs typeface="Arial"/>
              </a:defRPr>
            </a:lvl1pPr>
            <a:lvl2pPr>
              <a:defRPr sz="1950" b="1" i="0">
                <a:solidFill>
                  <a:srgbClr val="292B30"/>
                </a:solidFill>
                <a:latin typeface="Arial"/>
                <a:ea typeface="Arial"/>
                <a:cs typeface="Arial"/>
              </a:defRPr>
            </a:lvl2pPr>
            <a:lvl3pPr>
              <a:defRPr sz="1950" b="1" i="0">
                <a:solidFill>
                  <a:srgbClr val="292B30"/>
                </a:solidFill>
                <a:latin typeface="Arial"/>
                <a:ea typeface="Arial"/>
                <a:cs typeface="Arial"/>
              </a:defRPr>
            </a:lvl3pPr>
            <a:lvl4pPr>
              <a:defRPr sz="1950" b="1" i="0">
                <a:solidFill>
                  <a:srgbClr val="292B30"/>
                </a:solidFill>
                <a:latin typeface="Arial"/>
                <a:ea typeface="Arial"/>
                <a:cs typeface="Arial"/>
              </a:defRPr>
            </a:lvl4pPr>
            <a:lvl5pPr>
              <a:defRPr sz="1950" b="1" i="0">
                <a:solidFill>
                  <a:srgbClr val="292B30"/>
                </a:solidFill>
                <a:latin typeface="Arial"/>
                <a:ea typeface="Arial"/>
                <a:cs typeface="Arial"/>
              </a:defRPr>
            </a:lvl5pPr>
            <a:lvl6pPr>
              <a:defRPr sz="1950" b="1" i="0">
                <a:solidFill>
                  <a:srgbClr val="292B30"/>
                </a:solidFill>
                <a:latin typeface="Arial"/>
                <a:ea typeface="Arial"/>
                <a:cs typeface="Arial"/>
              </a:defRPr>
            </a:lvl6pPr>
            <a:lvl7pPr>
              <a:defRPr sz="1950" b="1" i="0">
                <a:solidFill>
                  <a:srgbClr val="292B30"/>
                </a:solidFill>
                <a:latin typeface="Arial"/>
                <a:ea typeface="Arial"/>
                <a:cs typeface="Arial"/>
              </a:defRPr>
            </a:lvl7pPr>
            <a:lvl8pPr>
              <a:defRPr sz="1950" b="1" i="0">
                <a:solidFill>
                  <a:srgbClr val="292B30"/>
                </a:solidFill>
                <a:latin typeface="Arial"/>
                <a:ea typeface="Arial"/>
                <a:cs typeface="Arial"/>
              </a:defRPr>
            </a:lvl8pPr>
            <a:lvl9pPr>
              <a:defRPr sz="1950" b="1" i="0">
                <a:solidFill>
                  <a:srgbClr val="292B30"/>
                </a:solidFill>
                <a:latin typeface="Arial"/>
                <a:ea typeface="Arial"/>
                <a:cs typeface="Arial"/>
              </a:defRPr>
            </a:lvl9pPr>
          </a:lstStyle>
          <a:p xmlns:a="http://schemas.openxmlformats.org/drawingml/2006/main">
            <a:pPr>
              <a:defRPr sz="1950" b="1" i="0">
                <a:solidFill>
                  <a:srgbClr val="292B30"/>
                </a:solidFill>
                <a:latin typeface="Arial"/>
                <a:ea typeface="Arial"/>
                <a:cs typeface="Arial"/>
              </a:defRPr>
            </a:pPr>
            <a:r>
              <a:rPr sz="1950" b="1" i="0">
                <a:solidFill>
                  <a:srgbClr val="292B30"/>
                </a:solidFill>
                <a:latin typeface="Arial"/>
                <a:ea typeface="Arial"/>
                <a:cs typeface="Arial"/>
              </a:rPr>
              <a:t>Inspect the Proof of Honesty</a:t>
            </a:r>
          </a:p>
        </p:txBody>
      </p:sp>
      <p:sp>
        <p:nvSpPr>
          <p:cNvPr id="16" name="text-66">
            <a:extLst xmlns:a="http://schemas.openxmlformats.org/drawingml/2006/main">
              <a:ext uri="{FF2B5EF4-FFF2-40B4-BE49-F238E27FC236}">
                <a16:creationId xmlns:a16="http://schemas.microsoft.com/office/drawing/2014/main" id="{CABFF588-8A9E-42E4-A5A7-75673002E1DA}"/>
              </a:ext>
            </a:extLst>
          </p:cNvPr>
          <p:cNvSpPr>
            <a:spLocks xmlns:a="http://schemas.openxmlformats.org/drawingml/2006/main" noGrp="1"/>
          </p:cNvSpPr>
          <p:nvPr/>
        </p:nvSpPr>
        <p:spPr>
          <a:xfrm xmlns:a="http://schemas.openxmlformats.org/drawingml/2006/main">
            <a:off x="6172200" y="5219700"/>
            <a:ext cx="4810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i="0">
                <a:solidFill>
                  <a:srgbClr val="5E5C5B"/>
                </a:solidFill>
                <a:latin typeface="Arial"/>
                <a:ea typeface="Arial"/>
                <a:cs typeface="Arial"/>
              </a:defRPr>
            </a:defPPr>
            <a:lvl1pPr>
              <a:defRPr sz="1725" b="0" i="0">
                <a:solidFill>
                  <a:srgbClr val="5E5C5B"/>
                </a:solidFill>
                <a:latin typeface="Arial"/>
                <a:ea typeface="Arial"/>
                <a:cs typeface="Arial"/>
              </a:defRPr>
            </a:lvl1pPr>
            <a:lvl2pPr>
              <a:defRPr sz="1725" b="0" i="0">
                <a:solidFill>
                  <a:srgbClr val="5E5C5B"/>
                </a:solidFill>
                <a:latin typeface="Arial"/>
                <a:ea typeface="Arial"/>
                <a:cs typeface="Arial"/>
              </a:defRPr>
            </a:lvl2pPr>
            <a:lvl3pPr>
              <a:defRPr sz="1725" b="0" i="0">
                <a:solidFill>
                  <a:srgbClr val="5E5C5B"/>
                </a:solidFill>
                <a:latin typeface="Arial"/>
                <a:ea typeface="Arial"/>
                <a:cs typeface="Arial"/>
              </a:defRPr>
            </a:lvl3pPr>
            <a:lvl4pPr>
              <a:defRPr sz="1725" b="0" i="0">
                <a:solidFill>
                  <a:srgbClr val="5E5C5B"/>
                </a:solidFill>
                <a:latin typeface="Arial"/>
                <a:ea typeface="Arial"/>
                <a:cs typeface="Arial"/>
              </a:defRPr>
            </a:lvl4pPr>
            <a:lvl5pPr>
              <a:defRPr sz="1725" b="0" i="0">
                <a:solidFill>
                  <a:srgbClr val="5E5C5B"/>
                </a:solidFill>
                <a:latin typeface="Arial"/>
                <a:ea typeface="Arial"/>
                <a:cs typeface="Arial"/>
              </a:defRPr>
            </a:lvl5pPr>
            <a:lvl6pPr>
              <a:defRPr sz="1725" b="0" i="0">
                <a:solidFill>
                  <a:srgbClr val="5E5C5B"/>
                </a:solidFill>
                <a:latin typeface="Arial"/>
                <a:ea typeface="Arial"/>
                <a:cs typeface="Arial"/>
              </a:defRPr>
            </a:lvl6pPr>
            <a:lvl7pPr>
              <a:defRPr sz="1725" b="0" i="0">
                <a:solidFill>
                  <a:srgbClr val="5E5C5B"/>
                </a:solidFill>
                <a:latin typeface="Arial"/>
                <a:ea typeface="Arial"/>
                <a:cs typeface="Arial"/>
              </a:defRPr>
            </a:lvl7pPr>
            <a:lvl8pPr>
              <a:defRPr sz="1725" b="0" i="0">
                <a:solidFill>
                  <a:srgbClr val="5E5C5B"/>
                </a:solidFill>
                <a:latin typeface="Arial"/>
                <a:ea typeface="Arial"/>
                <a:cs typeface="Arial"/>
              </a:defRPr>
            </a:lvl8pPr>
            <a:lvl9pPr>
              <a:defRPr sz="1725" b="0" i="0">
                <a:solidFill>
                  <a:srgbClr val="5E5C5B"/>
                </a:solidFill>
                <a:latin typeface="Arial"/>
                <a:ea typeface="Arial"/>
                <a:cs typeface="Arial"/>
              </a:defRPr>
            </a:lvl9pPr>
          </a:lstStyle>
          <a:p xmlns:a="http://schemas.openxmlformats.org/drawingml/2006/main">
            <a:pPr>
              <a:defRPr sz="1725" b="0" i="0">
                <a:solidFill>
                  <a:srgbClr val="5E5C5B"/>
                </a:solidFill>
                <a:latin typeface="Arial"/>
                <a:ea typeface="Arial"/>
                <a:cs typeface="Arial"/>
              </a:defRPr>
            </a:pPr>
            <a:r>
              <a:rPr sz="1725" b="0" i="0">
                <a:solidFill>
                  <a:srgbClr val="5E5C5B"/>
                </a:solidFill>
                <a:latin typeface="Arial"/>
                <a:ea typeface="Arial"/>
                <a:cs typeface="Arial"/>
              </a:rPr>
              <a:t>Reblur the output, inspect the residual</a:t>
            </a:r>
          </a:p>
          <a:p xmlns:a="http://schemas.openxmlformats.org/drawingml/2006/main">
            <a:pPr>
              <a:defRPr sz="1725" b="0" i="0">
                <a:solidFill>
                  <a:srgbClr val="5E5C5B"/>
                </a:solidFill>
                <a:latin typeface="Arial"/>
                <a:ea typeface="Arial"/>
                <a:cs typeface="Arial"/>
              </a:defRPr>
            </a:pPr>
            <a:r>
              <a:rPr sz="1725" b="0" i="0">
                <a:solidFill>
                  <a:srgbClr val="5E5C5B"/>
                </a:solidFill>
                <a:latin typeface="Arial"/>
                <a:ea typeface="Arial"/>
                <a:cs typeface="Arial"/>
              </a:rPr>
              <a:t>and check brightness and position changes.</a:t>
            </a:r>
          </a:p>
        </p:txBody>
      </p:sp>
    </p:spTree>
    <p:extLst>
      <p:ext uri="{BB962C8B-B14F-4D97-AF65-F5344CB8AC3E}">
        <p14:creationId xmlns:p14="http://schemas.microsoft.com/office/powerpoint/2010/main" val="1425999716"/>
      </p:ext>
    </p:extLst>
  </p:cSld>
</p:sld>
</file>

<file path=ppt/slides/slide6.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E6CCF910-2947-4A9B-9776-9404AB3ECFEE}"/>
              </a:ext>
            </a:extLst>
          </p:cNvPr>
          <p:cNvPicPr>
            <a:picLocks xmlns:a="http://schemas.openxmlformats.org/drawingml/2006/main" noChangeAspect="1"/>
          </p:cNvPicPr>
          <p:nvPr/>
        </p:nvPicPr>
        <p:blipFill>
          <a:blip xmlns:r="http://schemas.openxmlformats.org/officeDocument/2006/relationships" xmlns:a="http://schemas.openxmlformats.org/drawingml/2006/main" r:embed="Ra1ecff82400842b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xt-67">
            <a:extLst xmlns:a="http://schemas.openxmlformats.org/drawingml/2006/main">
              <a:ext uri="{FF2B5EF4-FFF2-40B4-BE49-F238E27FC236}">
                <a16:creationId xmlns:a16="http://schemas.microsoft.com/office/drawing/2014/main" id="{F9E82254-E3BE-4F71-841D-EC1965552903}"/>
              </a:ext>
            </a:extLst>
          </p:cNvPr>
          <p:cNvSpPr>
            <a:spLocks xmlns:a="http://schemas.openxmlformats.org/drawingml/2006/main" noGrp="1"/>
          </p:cNvSpPr>
          <p:nvPr/>
        </p:nvSpPr>
        <p:spPr>
          <a:xfrm xmlns:a="http://schemas.openxmlformats.org/drawingml/2006/main">
            <a:off x="762000" y="628650"/>
            <a:ext cx="9239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0" i="0">
                <a:solidFill>
                  <a:srgbClr val="A52836"/>
                </a:solidFill>
                <a:latin typeface="Georgia"/>
                <a:ea typeface="Georgia"/>
                <a:cs typeface="Georgia"/>
              </a:defRPr>
            </a:defPPr>
            <a:lvl1pPr>
              <a:defRPr sz="3300" b="0" i="0">
                <a:solidFill>
                  <a:srgbClr val="A52836"/>
                </a:solidFill>
                <a:latin typeface="Georgia"/>
                <a:ea typeface="Georgia"/>
                <a:cs typeface="Georgia"/>
              </a:defRPr>
            </a:lvl1pPr>
            <a:lvl2pPr>
              <a:defRPr sz="3300" b="0" i="0">
                <a:solidFill>
                  <a:srgbClr val="A52836"/>
                </a:solidFill>
                <a:latin typeface="Georgia"/>
                <a:ea typeface="Georgia"/>
                <a:cs typeface="Georgia"/>
              </a:defRPr>
            </a:lvl2pPr>
            <a:lvl3pPr>
              <a:defRPr sz="3300" b="0" i="0">
                <a:solidFill>
                  <a:srgbClr val="A52836"/>
                </a:solidFill>
                <a:latin typeface="Georgia"/>
                <a:ea typeface="Georgia"/>
                <a:cs typeface="Georgia"/>
              </a:defRPr>
            </a:lvl3pPr>
            <a:lvl4pPr>
              <a:defRPr sz="3300" b="0" i="0">
                <a:solidFill>
                  <a:srgbClr val="A52836"/>
                </a:solidFill>
                <a:latin typeface="Georgia"/>
                <a:ea typeface="Georgia"/>
                <a:cs typeface="Georgia"/>
              </a:defRPr>
            </a:lvl4pPr>
            <a:lvl5pPr>
              <a:defRPr sz="3300" b="0" i="0">
                <a:solidFill>
                  <a:srgbClr val="A52836"/>
                </a:solidFill>
                <a:latin typeface="Georgia"/>
                <a:ea typeface="Georgia"/>
                <a:cs typeface="Georgia"/>
              </a:defRPr>
            </a:lvl5pPr>
            <a:lvl6pPr>
              <a:defRPr sz="3300" b="0" i="0">
                <a:solidFill>
                  <a:srgbClr val="A52836"/>
                </a:solidFill>
                <a:latin typeface="Georgia"/>
                <a:ea typeface="Georgia"/>
                <a:cs typeface="Georgia"/>
              </a:defRPr>
            </a:lvl6pPr>
            <a:lvl7pPr>
              <a:defRPr sz="3300" b="0" i="0">
                <a:solidFill>
                  <a:srgbClr val="A52836"/>
                </a:solidFill>
                <a:latin typeface="Georgia"/>
                <a:ea typeface="Georgia"/>
                <a:cs typeface="Georgia"/>
              </a:defRPr>
            </a:lvl7pPr>
            <a:lvl8pPr>
              <a:defRPr sz="3300" b="0" i="0">
                <a:solidFill>
                  <a:srgbClr val="A52836"/>
                </a:solidFill>
                <a:latin typeface="Georgia"/>
                <a:ea typeface="Georgia"/>
                <a:cs typeface="Georgia"/>
              </a:defRPr>
            </a:lvl8pPr>
            <a:lvl9pPr>
              <a:defRPr sz="3300" b="0" i="0">
                <a:solidFill>
                  <a:srgbClr val="A52836"/>
                </a:solidFill>
                <a:latin typeface="Georgia"/>
                <a:ea typeface="Georgia"/>
                <a:cs typeface="Georgia"/>
              </a:defRPr>
            </a:lvl9pPr>
          </a:lstStyle>
          <a:p xmlns:a="http://schemas.openxmlformats.org/drawingml/2006/main">
            <a:pPr>
              <a:defRPr sz="3300" b="0" i="0">
                <a:solidFill>
                  <a:srgbClr val="A52836"/>
                </a:solidFill>
                <a:latin typeface="Georgia"/>
                <a:ea typeface="Georgia"/>
                <a:cs typeface="Georgia"/>
              </a:defRPr>
            </a:pPr>
            <a:r>
              <a:rPr sz="3300" b="0" i="0">
                <a:solidFill>
                  <a:srgbClr val="A52836"/>
                </a:solidFill>
                <a:latin typeface="Georgia"/>
                <a:ea typeface="Georgia"/>
                <a:cs typeface="Georgia"/>
              </a:rPr>
              <a:t>Technical approach</a:t>
            </a:r>
          </a:p>
        </p:txBody>
      </p:sp>
      <p:sp>
        <p:nvSpPr>
          <p:cNvPr id="3" name="text-68">
            <a:extLst xmlns:a="http://schemas.openxmlformats.org/drawingml/2006/main">
              <a:ext uri="{FF2B5EF4-FFF2-40B4-BE49-F238E27FC236}">
                <a16:creationId xmlns:a16="http://schemas.microsoft.com/office/drawing/2014/main" id="{C805C534-9E80-49D5-BBC4-55C3671EB04B}"/>
              </a:ext>
            </a:extLst>
          </p:cNvPr>
          <p:cNvSpPr>
            <a:spLocks xmlns:a="http://schemas.openxmlformats.org/drawingml/2006/main" noGrp="1"/>
          </p:cNvSpPr>
          <p:nvPr/>
        </p:nvSpPr>
        <p:spPr>
          <a:xfrm xmlns:a="http://schemas.openxmlformats.org/drawingml/2006/main">
            <a:off x="762000" y="6419850"/>
            <a:ext cx="523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i="0">
                <a:solidFill>
                  <a:srgbClr val="77716A"/>
                </a:solidFill>
                <a:latin typeface="Arial"/>
                <a:ea typeface="Arial"/>
                <a:cs typeface="Arial"/>
              </a:defRPr>
            </a:defPPr>
            <a:lvl1pPr>
              <a:defRPr sz="1125" b="0" i="0">
                <a:solidFill>
                  <a:srgbClr val="77716A"/>
                </a:solidFill>
                <a:latin typeface="Arial"/>
                <a:ea typeface="Arial"/>
                <a:cs typeface="Arial"/>
              </a:defRPr>
            </a:lvl1pPr>
            <a:lvl2pPr>
              <a:defRPr sz="1125" b="0" i="0">
                <a:solidFill>
                  <a:srgbClr val="77716A"/>
                </a:solidFill>
                <a:latin typeface="Arial"/>
                <a:ea typeface="Arial"/>
                <a:cs typeface="Arial"/>
              </a:defRPr>
            </a:lvl2pPr>
            <a:lvl3pPr>
              <a:defRPr sz="1125" b="0" i="0">
                <a:solidFill>
                  <a:srgbClr val="77716A"/>
                </a:solidFill>
                <a:latin typeface="Arial"/>
                <a:ea typeface="Arial"/>
                <a:cs typeface="Arial"/>
              </a:defRPr>
            </a:lvl3pPr>
            <a:lvl4pPr>
              <a:defRPr sz="1125" b="0" i="0">
                <a:solidFill>
                  <a:srgbClr val="77716A"/>
                </a:solidFill>
                <a:latin typeface="Arial"/>
                <a:ea typeface="Arial"/>
                <a:cs typeface="Arial"/>
              </a:defRPr>
            </a:lvl4pPr>
            <a:lvl5pPr>
              <a:defRPr sz="1125" b="0" i="0">
                <a:solidFill>
                  <a:srgbClr val="77716A"/>
                </a:solidFill>
                <a:latin typeface="Arial"/>
                <a:ea typeface="Arial"/>
                <a:cs typeface="Arial"/>
              </a:defRPr>
            </a:lvl5pPr>
            <a:lvl6pPr>
              <a:defRPr sz="1125" b="0" i="0">
                <a:solidFill>
                  <a:srgbClr val="77716A"/>
                </a:solidFill>
                <a:latin typeface="Arial"/>
                <a:ea typeface="Arial"/>
                <a:cs typeface="Arial"/>
              </a:defRPr>
            </a:lvl6pPr>
            <a:lvl7pPr>
              <a:defRPr sz="1125" b="0" i="0">
                <a:solidFill>
                  <a:srgbClr val="77716A"/>
                </a:solidFill>
                <a:latin typeface="Arial"/>
                <a:ea typeface="Arial"/>
                <a:cs typeface="Arial"/>
              </a:defRPr>
            </a:lvl7pPr>
            <a:lvl8pPr>
              <a:defRPr sz="1125" b="0" i="0">
                <a:solidFill>
                  <a:srgbClr val="77716A"/>
                </a:solidFill>
                <a:latin typeface="Arial"/>
                <a:ea typeface="Arial"/>
                <a:cs typeface="Arial"/>
              </a:defRPr>
            </a:lvl8pPr>
            <a:lvl9pPr>
              <a:defRPr sz="1125" b="0" i="0">
                <a:solidFill>
                  <a:srgbClr val="77716A"/>
                </a:solidFill>
                <a:latin typeface="Arial"/>
                <a:ea typeface="Arial"/>
                <a:cs typeface="Arial"/>
              </a:defRPr>
            </a:lvl9pPr>
          </a:lstStyle>
          <a:p xmlns:a="http://schemas.openxmlformats.org/drawingml/2006/main">
            <a:pPr>
              <a:defRPr sz="1125" b="0" i="0">
                <a:solidFill>
                  <a:srgbClr val="77716A"/>
                </a:solidFill>
                <a:latin typeface="Arial"/>
                <a:ea typeface="Arial"/>
                <a:cs typeface="Arial"/>
              </a:defRPr>
            </a:pPr>
            <a:r>
              <a:rPr sz="1125" b="0" i="0">
                <a:solidFill>
                  <a:srgbClr val="77716A"/>
                </a:solidFill>
                <a:latin typeface="Arial"/>
                <a:ea typeface="Arial"/>
                <a:cs typeface="Arial"/>
              </a:rPr>
              <a:t>TSUKUYOMI WATCH     /     06 OF 08</a:t>
            </a:r>
          </a:p>
        </p:txBody>
      </p:sp>
      <p:sp>
        <p:nvSpPr>
          <p:cNvPr id="4" name="text-69">
            <a:extLst xmlns:a="http://schemas.openxmlformats.org/drawingml/2006/main">
              <a:ext uri="{FF2B5EF4-FFF2-40B4-BE49-F238E27FC236}">
                <a16:creationId xmlns:a16="http://schemas.microsoft.com/office/drawing/2014/main" id="{9D6AA300-EF5A-40EA-810A-292977E3E634}"/>
              </a:ext>
            </a:extLst>
          </p:cNvPr>
          <p:cNvSpPr>
            <a:spLocks xmlns:a="http://schemas.openxmlformats.org/drawingml/2006/main" noGrp="1"/>
          </p:cNvSpPr>
          <p:nvPr/>
        </p:nvSpPr>
        <p:spPr>
          <a:xfrm xmlns:a="http://schemas.openxmlformats.org/drawingml/2006/main">
            <a:off x="781050" y="152400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i="0">
                <a:solidFill>
                  <a:srgbClr val="5E5C5B"/>
                </a:solidFill>
                <a:latin typeface="Arial"/>
                <a:ea typeface="Arial"/>
                <a:cs typeface="Arial"/>
              </a:defRPr>
            </a:defPPr>
            <a:lvl1pPr>
              <a:defRPr sz="2100" b="0" i="0">
                <a:solidFill>
                  <a:srgbClr val="5E5C5B"/>
                </a:solidFill>
                <a:latin typeface="Arial"/>
                <a:ea typeface="Arial"/>
                <a:cs typeface="Arial"/>
              </a:defRPr>
            </a:lvl1pPr>
            <a:lvl2pPr>
              <a:defRPr sz="2100" b="0" i="0">
                <a:solidFill>
                  <a:srgbClr val="5E5C5B"/>
                </a:solidFill>
                <a:latin typeface="Arial"/>
                <a:ea typeface="Arial"/>
                <a:cs typeface="Arial"/>
              </a:defRPr>
            </a:lvl2pPr>
            <a:lvl3pPr>
              <a:defRPr sz="2100" b="0" i="0">
                <a:solidFill>
                  <a:srgbClr val="5E5C5B"/>
                </a:solidFill>
                <a:latin typeface="Arial"/>
                <a:ea typeface="Arial"/>
                <a:cs typeface="Arial"/>
              </a:defRPr>
            </a:lvl3pPr>
            <a:lvl4pPr>
              <a:defRPr sz="2100" b="0" i="0">
                <a:solidFill>
                  <a:srgbClr val="5E5C5B"/>
                </a:solidFill>
                <a:latin typeface="Arial"/>
                <a:ea typeface="Arial"/>
                <a:cs typeface="Arial"/>
              </a:defRPr>
            </a:lvl4pPr>
            <a:lvl5pPr>
              <a:defRPr sz="2100" b="0" i="0">
                <a:solidFill>
                  <a:srgbClr val="5E5C5B"/>
                </a:solidFill>
                <a:latin typeface="Arial"/>
                <a:ea typeface="Arial"/>
                <a:cs typeface="Arial"/>
              </a:defRPr>
            </a:lvl5pPr>
            <a:lvl6pPr>
              <a:defRPr sz="2100" b="0" i="0">
                <a:solidFill>
                  <a:srgbClr val="5E5C5B"/>
                </a:solidFill>
                <a:latin typeface="Arial"/>
                <a:ea typeface="Arial"/>
                <a:cs typeface="Arial"/>
              </a:defRPr>
            </a:lvl6pPr>
            <a:lvl7pPr>
              <a:defRPr sz="2100" b="0" i="0">
                <a:solidFill>
                  <a:srgbClr val="5E5C5B"/>
                </a:solidFill>
                <a:latin typeface="Arial"/>
                <a:ea typeface="Arial"/>
                <a:cs typeface="Arial"/>
              </a:defRPr>
            </a:lvl7pPr>
            <a:lvl8pPr>
              <a:defRPr sz="2100" b="0" i="0">
                <a:solidFill>
                  <a:srgbClr val="5E5C5B"/>
                </a:solidFill>
                <a:latin typeface="Arial"/>
                <a:ea typeface="Arial"/>
                <a:cs typeface="Arial"/>
              </a:defRPr>
            </a:lvl8pPr>
            <a:lvl9pPr>
              <a:defRPr sz="2100" b="0" i="0">
                <a:solidFill>
                  <a:srgbClr val="5E5C5B"/>
                </a:solidFill>
                <a:latin typeface="Arial"/>
                <a:ea typeface="Arial"/>
                <a:cs typeface="Arial"/>
              </a:defRPr>
            </a:lvl9pPr>
          </a:lstStyle>
          <a:p xmlns:a="http://schemas.openxmlformats.org/drawingml/2006/main">
            <a:pPr>
              <a:defRPr sz="2100" b="0" i="0">
                <a:solidFill>
                  <a:srgbClr val="5E5C5B"/>
                </a:solidFill>
                <a:latin typeface="Arial"/>
                <a:ea typeface="Arial"/>
                <a:cs typeface="Arial"/>
              </a:defRPr>
            </a:pPr>
            <a:r>
              <a:rPr sz="2100" b="0" i="0">
                <a:solidFill>
                  <a:srgbClr val="5E5C5B"/>
                </a:solidFill>
                <a:latin typeface="Arial"/>
                <a:ea typeface="Arial"/>
                <a:cs typeface="Arial"/>
              </a:rPr>
              <a:t>One browser experience, one API and a scientific image worker</a:t>
            </a:r>
          </a:p>
        </p:txBody>
      </p:sp>
      <p:sp>
        <p:nvSpPr>
          <p:cNvPr id="5" name="text-70">
            <a:extLst xmlns:a="http://schemas.openxmlformats.org/drawingml/2006/main">
              <a:ext uri="{FF2B5EF4-FFF2-40B4-BE49-F238E27FC236}">
                <a16:creationId xmlns:a16="http://schemas.microsoft.com/office/drawing/2014/main" id="{E048D59A-40A8-42C8-9780-26AB4546CEF4}"/>
              </a:ext>
            </a:extLst>
          </p:cNvPr>
          <p:cNvSpPr>
            <a:spLocks xmlns:a="http://schemas.openxmlformats.org/drawingml/2006/main" noGrp="1"/>
          </p:cNvSpPr>
          <p:nvPr/>
        </p:nvSpPr>
        <p:spPr>
          <a:xfrm xmlns:a="http://schemas.openxmlformats.org/drawingml/2006/main">
            <a:off x="781050" y="26193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0" i="0">
                <a:solidFill>
                  <a:srgbClr val="A52836"/>
                </a:solidFill>
                <a:latin typeface="Georgia"/>
                <a:ea typeface="Georgia"/>
                <a:cs typeface="Georgia"/>
              </a:defRPr>
            </a:defPPr>
            <a:lvl1pPr>
              <a:defRPr sz="2625" b="0" i="0">
                <a:solidFill>
                  <a:srgbClr val="A52836"/>
                </a:solidFill>
                <a:latin typeface="Georgia"/>
                <a:ea typeface="Georgia"/>
                <a:cs typeface="Georgia"/>
              </a:defRPr>
            </a:lvl1pPr>
            <a:lvl2pPr>
              <a:defRPr sz="2625" b="0" i="0">
                <a:solidFill>
                  <a:srgbClr val="A52836"/>
                </a:solidFill>
                <a:latin typeface="Georgia"/>
                <a:ea typeface="Georgia"/>
                <a:cs typeface="Georgia"/>
              </a:defRPr>
            </a:lvl2pPr>
            <a:lvl3pPr>
              <a:defRPr sz="2625" b="0" i="0">
                <a:solidFill>
                  <a:srgbClr val="A52836"/>
                </a:solidFill>
                <a:latin typeface="Georgia"/>
                <a:ea typeface="Georgia"/>
                <a:cs typeface="Georgia"/>
              </a:defRPr>
            </a:lvl3pPr>
            <a:lvl4pPr>
              <a:defRPr sz="2625" b="0" i="0">
                <a:solidFill>
                  <a:srgbClr val="A52836"/>
                </a:solidFill>
                <a:latin typeface="Georgia"/>
                <a:ea typeface="Georgia"/>
                <a:cs typeface="Georgia"/>
              </a:defRPr>
            </a:lvl4pPr>
            <a:lvl5pPr>
              <a:defRPr sz="2625" b="0" i="0">
                <a:solidFill>
                  <a:srgbClr val="A52836"/>
                </a:solidFill>
                <a:latin typeface="Georgia"/>
                <a:ea typeface="Georgia"/>
                <a:cs typeface="Georgia"/>
              </a:defRPr>
            </a:lvl5pPr>
            <a:lvl6pPr>
              <a:defRPr sz="2625" b="0" i="0">
                <a:solidFill>
                  <a:srgbClr val="A52836"/>
                </a:solidFill>
                <a:latin typeface="Georgia"/>
                <a:ea typeface="Georgia"/>
                <a:cs typeface="Georgia"/>
              </a:defRPr>
            </a:lvl6pPr>
            <a:lvl7pPr>
              <a:defRPr sz="2625" b="0" i="0">
                <a:solidFill>
                  <a:srgbClr val="A52836"/>
                </a:solidFill>
                <a:latin typeface="Georgia"/>
                <a:ea typeface="Georgia"/>
                <a:cs typeface="Georgia"/>
              </a:defRPr>
            </a:lvl7pPr>
            <a:lvl8pPr>
              <a:defRPr sz="2625" b="0" i="0">
                <a:solidFill>
                  <a:srgbClr val="A52836"/>
                </a:solidFill>
                <a:latin typeface="Georgia"/>
                <a:ea typeface="Georgia"/>
                <a:cs typeface="Georgia"/>
              </a:defRPr>
            </a:lvl8pPr>
            <a:lvl9pPr>
              <a:defRPr sz="2625" b="0" i="0">
                <a:solidFill>
                  <a:srgbClr val="A52836"/>
                </a:solidFill>
                <a:latin typeface="Georgia"/>
                <a:ea typeface="Georgia"/>
                <a:cs typeface="Georgia"/>
              </a:defRPr>
            </a:lvl9pPr>
          </a:lstStyle>
          <a:p xmlns:a="http://schemas.openxmlformats.org/drawingml/2006/main">
            <a:pPr>
              <a:defRPr sz="2625" b="0" i="0">
                <a:solidFill>
                  <a:srgbClr val="A52836"/>
                </a:solidFill>
                <a:latin typeface="Georgia"/>
                <a:ea typeface="Georgia"/>
                <a:cs typeface="Georgia"/>
              </a:defRPr>
            </a:pPr>
            <a:r>
              <a:rPr sz="2625" b="0" i="0">
                <a:solidFill>
                  <a:srgbClr val="A52836"/>
                </a:solidFill>
                <a:latin typeface="Georgia"/>
                <a:ea typeface="Georgia"/>
                <a:cs typeface="Georgia"/>
              </a:rPr>
              <a:t>01</a:t>
            </a:r>
          </a:p>
        </p:txBody>
      </p:sp>
      <p:sp>
        <p:nvSpPr>
          <p:cNvPr id="6" name="text-71">
            <a:extLst xmlns:a="http://schemas.openxmlformats.org/drawingml/2006/main">
              <a:ext uri="{FF2B5EF4-FFF2-40B4-BE49-F238E27FC236}">
                <a16:creationId xmlns:a16="http://schemas.microsoft.com/office/drawing/2014/main" id="{9C154E5C-7426-4BA5-B1CD-A3DDB00FBDA4}"/>
              </a:ext>
            </a:extLst>
          </p:cNvPr>
          <p:cNvSpPr>
            <a:spLocks xmlns:a="http://schemas.openxmlformats.org/drawingml/2006/main" noGrp="1"/>
          </p:cNvSpPr>
          <p:nvPr/>
        </p:nvSpPr>
        <p:spPr>
          <a:xfrm xmlns:a="http://schemas.openxmlformats.org/drawingml/2006/main">
            <a:off x="781050" y="323850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i="0">
                <a:solidFill>
                  <a:srgbClr val="292B30"/>
                </a:solidFill>
                <a:latin typeface="Arial"/>
                <a:ea typeface="Arial"/>
                <a:cs typeface="Arial"/>
              </a:defRPr>
            </a:defPPr>
            <a:lvl1pPr>
              <a:defRPr sz="2175" b="1" i="0">
                <a:solidFill>
                  <a:srgbClr val="292B30"/>
                </a:solidFill>
                <a:latin typeface="Arial"/>
                <a:ea typeface="Arial"/>
                <a:cs typeface="Arial"/>
              </a:defRPr>
            </a:lvl1pPr>
            <a:lvl2pPr>
              <a:defRPr sz="2175" b="1" i="0">
                <a:solidFill>
                  <a:srgbClr val="292B30"/>
                </a:solidFill>
                <a:latin typeface="Arial"/>
                <a:ea typeface="Arial"/>
                <a:cs typeface="Arial"/>
              </a:defRPr>
            </a:lvl2pPr>
            <a:lvl3pPr>
              <a:defRPr sz="2175" b="1" i="0">
                <a:solidFill>
                  <a:srgbClr val="292B30"/>
                </a:solidFill>
                <a:latin typeface="Arial"/>
                <a:ea typeface="Arial"/>
                <a:cs typeface="Arial"/>
              </a:defRPr>
            </a:lvl3pPr>
            <a:lvl4pPr>
              <a:defRPr sz="2175" b="1" i="0">
                <a:solidFill>
                  <a:srgbClr val="292B30"/>
                </a:solidFill>
                <a:latin typeface="Arial"/>
                <a:ea typeface="Arial"/>
                <a:cs typeface="Arial"/>
              </a:defRPr>
            </a:lvl4pPr>
            <a:lvl5pPr>
              <a:defRPr sz="2175" b="1" i="0">
                <a:solidFill>
                  <a:srgbClr val="292B30"/>
                </a:solidFill>
                <a:latin typeface="Arial"/>
                <a:ea typeface="Arial"/>
                <a:cs typeface="Arial"/>
              </a:defRPr>
            </a:lvl5pPr>
            <a:lvl6pPr>
              <a:defRPr sz="2175" b="1" i="0">
                <a:solidFill>
                  <a:srgbClr val="292B30"/>
                </a:solidFill>
                <a:latin typeface="Arial"/>
                <a:ea typeface="Arial"/>
                <a:cs typeface="Arial"/>
              </a:defRPr>
            </a:lvl6pPr>
            <a:lvl7pPr>
              <a:defRPr sz="2175" b="1" i="0">
                <a:solidFill>
                  <a:srgbClr val="292B30"/>
                </a:solidFill>
                <a:latin typeface="Arial"/>
                <a:ea typeface="Arial"/>
                <a:cs typeface="Arial"/>
              </a:defRPr>
            </a:lvl7pPr>
            <a:lvl8pPr>
              <a:defRPr sz="2175" b="1" i="0">
                <a:solidFill>
                  <a:srgbClr val="292B30"/>
                </a:solidFill>
                <a:latin typeface="Arial"/>
                <a:ea typeface="Arial"/>
                <a:cs typeface="Arial"/>
              </a:defRPr>
            </a:lvl8pPr>
            <a:lvl9pPr>
              <a:defRPr sz="2175" b="1" i="0">
                <a:solidFill>
                  <a:srgbClr val="292B30"/>
                </a:solidFill>
                <a:latin typeface="Arial"/>
                <a:ea typeface="Arial"/>
                <a:cs typeface="Arial"/>
              </a:defRPr>
            </a:lvl9pPr>
          </a:lstStyle>
          <a:p xmlns:a="http://schemas.openxmlformats.org/drawingml/2006/main">
            <a:pPr>
              <a:defRPr sz="2175" b="1" i="0">
                <a:solidFill>
                  <a:srgbClr val="292B30"/>
                </a:solidFill>
                <a:latin typeface="Arial"/>
                <a:ea typeface="Arial"/>
                <a:cs typeface="Arial"/>
              </a:defRPr>
            </a:pPr>
            <a:r>
              <a:rPr sz="2175" b="1" i="0">
                <a:solidFill>
                  <a:srgbClr val="292B30"/>
                </a:solidFill>
                <a:latin typeface="Arial"/>
                <a:ea typeface="Arial"/>
                <a:cs typeface="Arial"/>
              </a:rPr>
              <a:t>Browser</a:t>
            </a:r>
          </a:p>
        </p:txBody>
      </p:sp>
      <p:sp>
        <p:nvSpPr>
          <p:cNvPr id="7" name="text-72">
            <a:extLst xmlns:a="http://schemas.openxmlformats.org/drawingml/2006/main">
              <a:ext uri="{FF2B5EF4-FFF2-40B4-BE49-F238E27FC236}">
                <a16:creationId xmlns:a16="http://schemas.microsoft.com/office/drawing/2014/main" id="{87B0DE7C-4155-4D86-BAD7-BB7EE01A6B1E}"/>
              </a:ext>
            </a:extLst>
          </p:cNvPr>
          <p:cNvSpPr>
            <a:spLocks xmlns:a="http://schemas.openxmlformats.org/drawingml/2006/main" noGrp="1"/>
          </p:cNvSpPr>
          <p:nvPr/>
        </p:nvSpPr>
        <p:spPr>
          <a:xfrm xmlns:a="http://schemas.openxmlformats.org/drawingml/2006/main">
            <a:off x="781050" y="3819525"/>
            <a:ext cx="3381375"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i="0">
                <a:solidFill>
                  <a:srgbClr val="5E5C5B"/>
                </a:solidFill>
                <a:latin typeface="Arial"/>
                <a:ea typeface="Arial"/>
                <a:cs typeface="Arial"/>
              </a:defRPr>
            </a:defPPr>
            <a:lvl1pPr>
              <a:defRPr sz="1875" b="0" i="0">
                <a:solidFill>
                  <a:srgbClr val="5E5C5B"/>
                </a:solidFill>
                <a:latin typeface="Arial"/>
                <a:ea typeface="Arial"/>
                <a:cs typeface="Arial"/>
              </a:defRPr>
            </a:lvl1pPr>
            <a:lvl2pPr>
              <a:defRPr sz="1875" b="0" i="0">
                <a:solidFill>
                  <a:srgbClr val="5E5C5B"/>
                </a:solidFill>
                <a:latin typeface="Arial"/>
                <a:ea typeface="Arial"/>
                <a:cs typeface="Arial"/>
              </a:defRPr>
            </a:lvl2pPr>
            <a:lvl3pPr>
              <a:defRPr sz="1875" b="0" i="0">
                <a:solidFill>
                  <a:srgbClr val="5E5C5B"/>
                </a:solidFill>
                <a:latin typeface="Arial"/>
                <a:ea typeface="Arial"/>
                <a:cs typeface="Arial"/>
              </a:defRPr>
            </a:lvl3pPr>
            <a:lvl4pPr>
              <a:defRPr sz="1875" b="0" i="0">
                <a:solidFill>
                  <a:srgbClr val="5E5C5B"/>
                </a:solidFill>
                <a:latin typeface="Arial"/>
                <a:ea typeface="Arial"/>
                <a:cs typeface="Arial"/>
              </a:defRPr>
            </a:lvl4pPr>
            <a:lvl5pPr>
              <a:defRPr sz="1875" b="0" i="0">
                <a:solidFill>
                  <a:srgbClr val="5E5C5B"/>
                </a:solidFill>
                <a:latin typeface="Arial"/>
                <a:ea typeface="Arial"/>
                <a:cs typeface="Arial"/>
              </a:defRPr>
            </a:lvl5pPr>
            <a:lvl6pPr>
              <a:defRPr sz="1875" b="0" i="0">
                <a:solidFill>
                  <a:srgbClr val="5E5C5B"/>
                </a:solidFill>
                <a:latin typeface="Arial"/>
                <a:ea typeface="Arial"/>
                <a:cs typeface="Arial"/>
              </a:defRPr>
            </a:lvl6pPr>
            <a:lvl7pPr>
              <a:defRPr sz="1875" b="0" i="0">
                <a:solidFill>
                  <a:srgbClr val="5E5C5B"/>
                </a:solidFill>
                <a:latin typeface="Arial"/>
                <a:ea typeface="Arial"/>
                <a:cs typeface="Arial"/>
              </a:defRPr>
            </a:lvl7pPr>
            <a:lvl8pPr>
              <a:defRPr sz="1875" b="0" i="0">
                <a:solidFill>
                  <a:srgbClr val="5E5C5B"/>
                </a:solidFill>
                <a:latin typeface="Arial"/>
                <a:ea typeface="Arial"/>
                <a:cs typeface="Arial"/>
              </a:defRPr>
            </a:lvl8pPr>
            <a:lvl9pPr>
              <a:defRPr sz="1875" b="0" i="0">
                <a:solidFill>
                  <a:srgbClr val="5E5C5B"/>
                </a:solidFill>
                <a:latin typeface="Arial"/>
                <a:ea typeface="Arial"/>
                <a:cs typeface="Arial"/>
              </a:defRPr>
            </a:lvl9pPr>
          </a:lstStyle>
          <a:p xmlns:a="http://schemas.openxmlformats.org/drawingml/2006/main">
            <a:pPr>
              <a:defRPr sz="1875" b="0" i="0">
                <a:solidFill>
                  <a:srgbClr val="5E5C5B"/>
                </a:solidFill>
                <a:latin typeface="Arial"/>
                <a:ea typeface="Arial"/>
                <a:cs typeface="Arial"/>
              </a:defRPr>
            </a:pPr>
            <a:r>
              <a:rPr sz="1875" b="0" i="0">
                <a:solidFill>
                  <a:srgbClr val="5E5C5B"/>
                </a:solidFill>
                <a:latin typeface="Arial"/>
                <a:ea typeface="Arial"/>
                <a:cs typeface="Arial"/>
              </a:rPr>
              <a:t>React + TypeScript</a:t>
            </a:r>
          </a:p>
          <a:p xmlns:a="http://schemas.openxmlformats.org/drawingml/2006/main">
            <a:pPr>
              <a:defRPr sz="1875" b="0" i="0">
                <a:solidFill>
                  <a:srgbClr val="5E5C5B"/>
                </a:solidFill>
                <a:latin typeface="Arial"/>
                <a:ea typeface="Arial"/>
                <a:cs typeface="Arial"/>
              </a:defRPr>
            </a:pPr>
            <a:r>
              <a:rPr sz="1875" b="0" i="0">
                <a:solidFill>
                  <a:srgbClr val="5E5C5B"/>
                </a:solidFill>
                <a:latin typeface="Arial"/>
                <a:ea typeface="Arial"/>
                <a:cs typeface="Arial"/>
              </a:rPr>
              <a:t>Three.js sky view</a:t>
            </a:r>
          </a:p>
          <a:p xmlns:a="http://schemas.openxmlformats.org/drawingml/2006/main">
            <a:pPr>
              <a:defRPr sz="1875" b="0" i="0">
                <a:solidFill>
                  <a:srgbClr val="5E5C5B"/>
                </a:solidFill>
                <a:latin typeface="Arial"/>
                <a:ea typeface="Arial"/>
                <a:cs typeface="Arial"/>
              </a:defRPr>
            </a:pPr>
            <a:r>
              <a:rPr sz="1875" b="0" i="0">
                <a:solidFill>
                  <a:srgbClr val="5E5C5B"/>
                </a:solidFill>
                <a:latin typeface="Arial"/>
                <a:ea typeface="Arial"/>
                <a:cs typeface="Arial"/>
              </a:rPr>
              <a:t>Astronomy Engine</a:t>
            </a:r>
          </a:p>
          <a:p xmlns:a="http://schemas.openxmlformats.org/drawingml/2006/main">
            <a:pPr>
              <a:defRPr sz="1875" b="0" i="0">
                <a:solidFill>
                  <a:srgbClr val="5E5C5B"/>
                </a:solidFill>
                <a:latin typeface="Arial"/>
                <a:ea typeface="Arial"/>
                <a:cs typeface="Arial"/>
              </a:defRPr>
            </a:pPr>
            <a:r>
              <a:rPr sz="1875" b="0" i="0">
                <a:solidFill>
                  <a:srgbClr val="5E5C5B"/>
                </a:solidFill>
                <a:latin typeface="Arial"/>
                <a:ea typeface="Arial"/>
                <a:cs typeface="Arial"/>
              </a:rPr>
              <a:t>MapLibre maps</a:t>
            </a:r>
          </a:p>
        </p:txBody>
      </p:sp>
      <p:sp>
        <p:nvSpPr>
          <p:cNvPr id="8" name="text-73">
            <a:extLst xmlns:a="http://schemas.openxmlformats.org/drawingml/2006/main">
              <a:ext uri="{FF2B5EF4-FFF2-40B4-BE49-F238E27FC236}">
                <a16:creationId xmlns:a16="http://schemas.microsoft.com/office/drawing/2014/main" id="{ED7E4551-582F-4FC4-AA7A-94679220055E}"/>
              </a:ext>
            </a:extLst>
          </p:cNvPr>
          <p:cNvSpPr>
            <a:spLocks xmlns:a="http://schemas.openxmlformats.org/drawingml/2006/main" noGrp="1"/>
          </p:cNvSpPr>
          <p:nvPr/>
        </p:nvSpPr>
        <p:spPr>
          <a:xfrm xmlns:a="http://schemas.openxmlformats.org/drawingml/2006/main">
            <a:off x="4171950" y="26193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0" i="0">
                <a:solidFill>
                  <a:srgbClr val="A52836"/>
                </a:solidFill>
                <a:latin typeface="Georgia"/>
                <a:ea typeface="Georgia"/>
                <a:cs typeface="Georgia"/>
              </a:defRPr>
            </a:defPPr>
            <a:lvl1pPr>
              <a:defRPr sz="2625" b="0" i="0">
                <a:solidFill>
                  <a:srgbClr val="A52836"/>
                </a:solidFill>
                <a:latin typeface="Georgia"/>
                <a:ea typeface="Georgia"/>
                <a:cs typeface="Georgia"/>
              </a:defRPr>
            </a:lvl1pPr>
            <a:lvl2pPr>
              <a:defRPr sz="2625" b="0" i="0">
                <a:solidFill>
                  <a:srgbClr val="A52836"/>
                </a:solidFill>
                <a:latin typeface="Georgia"/>
                <a:ea typeface="Georgia"/>
                <a:cs typeface="Georgia"/>
              </a:defRPr>
            </a:lvl2pPr>
            <a:lvl3pPr>
              <a:defRPr sz="2625" b="0" i="0">
                <a:solidFill>
                  <a:srgbClr val="A52836"/>
                </a:solidFill>
                <a:latin typeface="Georgia"/>
                <a:ea typeface="Georgia"/>
                <a:cs typeface="Georgia"/>
              </a:defRPr>
            </a:lvl3pPr>
            <a:lvl4pPr>
              <a:defRPr sz="2625" b="0" i="0">
                <a:solidFill>
                  <a:srgbClr val="A52836"/>
                </a:solidFill>
                <a:latin typeface="Georgia"/>
                <a:ea typeface="Georgia"/>
                <a:cs typeface="Georgia"/>
              </a:defRPr>
            </a:lvl4pPr>
            <a:lvl5pPr>
              <a:defRPr sz="2625" b="0" i="0">
                <a:solidFill>
                  <a:srgbClr val="A52836"/>
                </a:solidFill>
                <a:latin typeface="Georgia"/>
                <a:ea typeface="Georgia"/>
                <a:cs typeface="Georgia"/>
              </a:defRPr>
            </a:lvl5pPr>
            <a:lvl6pPr>
              <a:defRPr sz="2625" b="0" i="0">
                <a:solidFill>
                  <a:srgbClr val="A52836"/>
                </a:solidFill>
                <a:latin typeface="Georgia"/>
                <a:ea typeface="Georgia"/>
                <a:cs typeface="Georgia"/>
              </a:defRPr>
            </a:lvl6pPr>
            <a:lvl7pPr>
              <a:defRPr sz="2625" b="0" i="0">
                <a:solidFill>
                  <a:srgbClr val="A52836"/>
                </a:solidFill>
                <a:latin typeface="Georgia"/>
                <a:ea typeface="Georgia"/>
                <a:cs typeface="Georgia"/>
              </a:defRPr>
            </a:lvl7pPr>
            <a:lvl8pPr>
              <a:defRPr sz="2625" b="0" i="0">
                <a:solidFill>
                  <a:srgbClr val="A52836"/>
                </a:solidFill>
                <a:latin typeface="Georgia"/>
                <a:ea typeface="Georgia"/>
                <a:cs typeface="Georgia"/>
              </a:defRPr>
            </a:lvl8pPr>
            <a:lvl9pPr>
              <a:defRPr sz="2625" b="0" i="0">
                <a:solidFill>
                  <a:srgbClr val="A52836"/>
                </a:solidFill>
                <a:latin typeface="Georgia"/>
                <a:ea typeface="Georgia"/>
                <a:cs typeface="Georgia"/>
              </a:defRPr>
            </a:lvl9pPr>
          </a:lstStyle>
          <a:p xmlns:a="http://schemas.openxmlformats.org/drawingml/2006/main">
            <a:pPr>
              <a:defRPr sz="2625" b="0" i="0">
                <a:solidFill>
                  <a:srgbClr val="A52836"/>
                </a:solidFill>
                <a:latin typeface="Georgia"/>
                <a:ea typeface="Georgia"/>
                <a:cs typeface="Georgia"/>
              </a:defRPr>
            </a:pPr>
            <a:r>
              <a:rPr sz="2625" b="0" i="0">
                <a:solidFill>
                  <a:srgbClr val="A52836"/>
                </a:solidFill>
                <a:latin typeface="Georgia"/>
                <a:ea typeface="Georgia"/>
                <a:cs typeface="Georgia"/>
              </a:rPr>
              <a:t>02</a:t>
            </a:r>
          </a:p>
        </p:txBody>
      </p:sp>
      <p:sp>
        <p:nvSpPr>
          <p:cNvPr id="9" name="text-74">
            <a:extLst xmlns:a="http://schemas.openxmlformats.org/drawingml/2006/main">
              <a:ext uri="{FF2B5EF4-FFF2-40B4-BE49-F238E27FC236}">
                <a16:creationId xmlns:a16="http://schemas.microsoft.com/office/drawing/2014/main" id="{D41350BD-5DC5-4DE0-A494-544981188705}"/>
              </a:ext>
            </a:extLst>
          </p:cNvPr>
          <p:cNvSpPr>
            <a:spLocks xmlns:a="http://schemas.openxmlformats.org/drawingml/2006/main" noGrp="1"/>
          </p:cNvSpPr>
          <p:nvPr/>
        </p:nvSpPr>
        <p:spPr>
          <a:xfrm xmlns:a="http://schemas.openxmlformats.org/drawingml/2006/main">
            <a:off x="4171950" y="323850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i="0">
                <a:solidFill>
                  <a:srgbClr val="292B30"/>
                </a:solidFill>
                <a:latin typeface="Arial"/>
                <a:ea typeface="Arial"/>
                <a:cs typeface="Arial"/>
              </a:defRPr>
            </a:defPPr>
            <a:lvl1pPr>
              <a:defRPr sz="2175" b="1" i="0">
                <a:solidFill>
                  <a:srgbClr val="292B30"/>
                </a:solidFill>
                <a:latin typeface="Arial"/>
                <a:ea typeface="Arial"/>
                <a:cs typeface="Arial"/>
              </a:defRPr>
            </a:lvl1pPr>
            <a:lvl2pPr>
              <a:defRPr sz="2175" b="1" i="0">
                <a:solidFill>
                  <a:srgbClr val="292B30"/>
                </a:solidFill>
                <a:latin typeface="Arial"/>
                <a:ea typeface="Arial"/>
                <a:cs typeface="Arial"/>
              </a:defRPr>
            </a:lvl2pPr>
            <a:lvl3pPr>
              <a:defRPr sz="2175" b="1" i="0">
                <a:solidFill>
                  <a:srgbClr val="292B30"/>
                </a:solidFill>
                <a:latin typeface="Arial"/>
                <a:ea typeface="Arial"/>
                <a:cs typeface="Arial"/>
              </a:defRPr>
            </a:lvl3pPr>
            <a:lvl4pPr>
              <a:defRPr sz="2175" b="1" i="0">
                <a:solidFill>
                  <a:srgbClr val="292B30"/>
                </a:solidFill>
                <a:latin typeface="Arial"/>
                <a:ea typeface="Arial"/>
                <a:cs typeface="Arial"/>
              </a:defRPr>
            </a:lvl4pPr>
            <a:lvl5pPr>
              <a:defRPr sz="2175" b="1" i="0">
                <a:solidFill>
                  <a:srgbClr val="292B30"/>
                </a:solidFill>
                <a:latin typeface="Arial"/>
                <a:ea typeface="Arial"/>
                <a:cs typeface="Arial"/>
              </a:defRPr>
            </a:lvl5pPr>
            <a:lvl6pPr>
              <a:defRPr sz="2175" b="1" i="0">
                <a:solidFill>
                  <a:srgbClr val="292B30"/>
                </a:solidFill>
                <a:latin typeface="Arial"/>
                <a:ea typeface="Arial"/>
                <a:cs typeface="Arial"/>
              </a:defRPr>
            </a:lvl6pPr>
            <a:lvl7pPr>
              <a:defRPr sz="2175" b="1" i="0">
                <a:solidFill>
                  <a:srgbClr val="292B30"/>
                </a:solidFill>
                <a:latin typeface="Arial"/>
                <a:ea typeface="Arial"/>
                <a:cs typeface="Arial"/>
              </a:defRPr>
            </a:lvl7pPr>
            <a:lvl8pPr>
              <a:defRPr sz="2175" b="1" i="0">
                <a:solidFill>
                  <a:srgbClr val="292B30"/>
                </a:solidFill>
                <a:latin typeface="Arial"/>
                <a:ea typeface="Arial"/>
                <a:cs typeface="Arial"/>
              </a:defRPr>
            </a:lvl8pPr>
            <a:lvl9pPr>
              <a:defRPr sz="2175" b="1" i="0">
                <a:solidFill>
                  <a:srgbClr val="292B30"/>
                </a:solidFill>
                <a:latin typeface="Arial"/>
                <a:ea typeface="Arial"/>
                <a:cs typeface="Arial"/>
              </a:defRPr>
            </a:lvl9pPr>
          </a:lstStyle>
          <a:p xmlns:a="http://schemas.openxmlformats.org/drawingml/2006/main">
            <a:pPr>
              <a:defRPr sz="2175" b="1" i="0">
                <a:solidFill>
                  <a:srgbClr val="292B30"/>
                </a:solidFill>
                <a:latin typeface="Arial"/>
                <a:ea typeface="Arial"/>
                <a:cs typeface="Arial"/>
              </a:defRPr>
            </a:pPr>
            <a:r>
              <a:rPr sz="2175" b="1" i="0">
                <a:solidFill>
                  <a:srgbClr val="292B30"/>
                </a:solidFill>
                <a:latin typeface="Arial"/>
                <a:ea typeface="Arial"/>
                <a:cs typeface="Arial"/>
              </a:rPr>
              <a:t>API &amp; image worker</a:t>
            </a:r>
          </a:p>
        </p:txBody>
      </p:sp>
      <p:sp>
        <p:nvSpPr>
          <p:cNvPr id="10" name="text-75">
            <a:extLst xmlns:a="http://schemas.openxmlformats.org/drawingml/2006/main">
              <a:ext uri="{FF2B5EF4-FFF2-40B4-BE49-F238E27FC236}">
                <a16:creationId xmlns:a16="http://schemas.microsoft.com/office/drawing/2014/main" id="{6F3D402C-28A5-4368-B326-FA07032E7737}"/>
              </a:ext>
            </a:extLst>
          </p:cNvPr>
          <p:cNvSpPr>
            <a:spLocks xmlns:a="http://schemas.openxmlformats.org/drawingml/2006/main" noGrp="1"/>
          </p:cNvSpPr>
          <p:nvPr/>
        </p:nvSpPr>
        <p:spPr>
          <a:xfrm xmlns:a="http://schemas.openxmlformats.org/drawingml/2006/main">
            <a:off x="4171950" y="3819525"/>
            <a:ext cx="3381375"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i="0">
                <a:solidFill>
                  <a:srgbClr val="5E5C5B"/>
                </a:solidFill>
                <a:latin typeface="Arial"/>
                <a:ea typeface="Arial"/>
                <a:cs typeface="Arial"/>
              </a:defRPr>
            </a:defPPr>
            <a:lvl1pPr>
              <a:defRPr sz="1875" b="0" i="0">
                <a:solidFill>
                  <a:srgbClr val="5E5C5B"/>
                </a:solidFill>
                <a:latin typeface="Arial"/>
                <a:ea typeface="Arial"/>
                <a:cs typeface="Arial"/>
              </a:defRPr>
            </a:lvl1pPr>
            <a:lvl2pPr>
              <a:defRPr sz="1875" b="0" i="0">
                <a:solidFill>
                  <a:srgbClr val="5E5C5B"/>
                </a:solidFill>
                <a:latin typeface="Arial"/>
                <a:ea typeface="Arial"/>
                <a:cs typeface="Arial"/>
              </a:defRPr>
            </a:lvl2pPr>
            <a:lvl3pPr>
              <a:defRPr sz="1875" b="0" i="0">
                <a:solidFill>
                  <a:srgbClr val="5E5C5B"/>
                </a:solidFill>
                <a:latin typeface="Arial"/>
                <a:ea typeface="Arial"/>
                <a:cs typeface="Arial"/>
              </a:defRPr>
            </a:lvl3pPr>
            <a:lvl4pPr>
              <a:defRPr sz="1875" b="0" i="0">
                <a:solidFill>
                  <a:srgbClr val="5E5C5B"/>
                </a:solidFill>
                <a:latin typeface="Arial"/>
                <a:ea typeface="Arial"/>
                <a:cs typeface="Arial"/>
              </a:defRPr>
            </a:lvl4pPr>
            <a:lvl5pPr>
              <a:defRPr sz="1875" b="0" i="0">
                <a:solidFill>
                  <a:srgbClr val="5E5C5B"/>
                </a:solidFill>
                <a:latin typeface="Arial"/>
                <a:ea typeface="Arial"/>
                <a:cs typeface="Arial"/>
              </a:defRPr>
            </a:lvl5pPr>
            <a:lvl6pPr>
              <a:defRPr sz="1875" b="0" i="0">
                <a:solidFill>
                  <a:srgbClr val="5E5C5B"/>
                </a:solidFill>
                <a:latin typeface="Arial"/>
                <a:ea typeface="Arial"/>
                <a:cs typeface="Arial"/>
              </a:defRPr>
            </a:lvl6pPr>
            <a:lvl7pPr>
              <a:defRPr sz="1875" b="0" i="0">
                <a:solidFill>
                  <a:srgbClr val="5E5C5B"/>
                </a:solidFill>
                <a:latin typeface="Arial"/>
                <a:ea typeface="Arial"/>
                <a:cs typeface="Arial"/>
              </a:defRPr>
            </a:lvl7pPr>
            <a:lvl8pPr>
              <a:defRPr sz="1875" b="0" i="0">
                <a:solidFill>
                  <a:srgbClr val="5E5C5B"/>
                </a:solidFill>
                <a:latin typeface="Arial"/>
                <a:ea typeface="Arial"/>
                <a:cs typeface="Arial"/>
              </a:defRPr>
            </a:lvl8pPr>
            <a:lvl9pPr>
              <a:defRPr sz="1875" b="0" i="0">
                <a:solidFill>
                  <a:srgbClr val="5E5C5B"/>
                </a:solidFill>
                <a:latin typeface="Arial"/>
                <a:ea typeface="Arial"/>
                <a:cs typeface="Arial"/>
              </a:defRPr>
            </a:lvl9pPr>
          </a:lstStyle>
          <a:p xmlns:a="http://schemas.openxmlformats.org/drawingml/2006/main">
            <a:pPr>
              <a:defRPr sz="1875" b="0" i="0">
                <a:solidFill>
                  <a:srgbClr val="5E5C5B"/>
                </a:solidFill>
                <a:latin typeface="Arial"/>
                <a:ea typeface="Arial"/>
                <a:cs typeface="Arial"/>
              </a:defRPr>
            </a:pPr>
            <a:r>
              <a:rPr sz="1875" b="0" i="0">
                <a:solidFill>
                  <a:srgbClr val="5E5C5B"/>
                </a:solidFill>
                <a:latin typeface="Arial"/>
                <a:ea typeface="Arial"/>
                <a:cs typeface="Arial"/>
              </a:rPr>
              <a:t>FastAPI</a:t>
            </a:r>
          </a:p>
          <a:p xmlns:a="http://schemas.openxmlformats.org/drawingml/2006/main">
            <a:pPr>
              <a:defRPr sz="1875" b="0" i="0">
                <a:solidFill>
                  <a:srgbClr val="5E5C5B"/>
                </a:solidFill>
                <a:latin typeface="Arial"/>
                <a:ea typeface="Arial"/>
                <a:cs typeface="Arial"/>
              </a:defRPr>
            </a:pPr>
            <a:r>
              <a:rPr sz="1875" b="0" i="0">
                <a:solidFill>
                  <a:srgbClr val="5E5C5B"/>
                </a:solidFill>
                <a:latin typeface="Arial"/>
                <a:ea typeface="Arial"/>
                <a:cs typeface="Arial"/>
              </a:rPr>
              <a:t>Astropy + Photutils</a:t>
            </a:r>
          </a:p>
          <a:p xmlns:a="http://schemas.openxmlformats.org/drawingml/2006/main">
            <a:pPr>
              <a:defRPr sz="1875" b="0" i="0">
                <a:solidFill>
                  <a:srgbClr val="5E5C5B"/>
                </a:solidFill>
                <a:latin typeface="Arial"/>
                <a:ea typeface="Arial"/>
                <a:cs typeface="Arial"/>
              </a:defRPr>
            </a:pPr>
            <a:r>
              <a:rPr sz="1875" b="0" i="0">
                <a:solidFill>
                  <a:srgbClr val="5E5C5B"/>
                </a:solidFill>
                <a:latin typeface="Arial"/>
                <a:ea typeface="Arial"/>
                <a:cs typeface="Arial"/>
              </a:rPr>
              <a:t>scikit-image</a:t>
            </a:r>
          </a:p>
          <a:p xmlns:a="http://schemas.openxmlformats.org/drawingml/2006/main">
            <a:pPr>
              <a:defRPr sz="1875" b="0" i="0">
                <a:solidFill>
                  <a:srgbClr val="5E5C5B"/>
                </a:solidFill>
                <a:latin typeface="Arial"/>
                <a:ea typeface="Arial"/>
                <a:cs typeface="Arial"/>
              </a:defRPr>
            </a:pPr>
            <a:r>
              <a:rPr sz="1875" b="0" i="0">
                <a:solidFill>
                  <a:srgbClr val="5E5C5B"/>
                </a:solidFill>
                <a:latin typeface="Arial"/>
                <a:ea typeface="Arial"/>
                <a:cs typeface="Arial"/>
              </a:rPr>
              <a:t>Background image jobs</a:t>
            </a:r>
          </a:p>
        </p:txBody>
      </p:sp>
      <p:sp>
        <p:nvSpPr>
          <p:cNvPr id="11" name="text-76">
            <a:extLst xmlns:a="http://schemas.openxmlformats.org/drawingml/2006/main">
              <a:ext uri="{FF2B5EF4-FFF2-40B4-BE49-F238E27FC236}">
                <a16:creationId xmlns:a16="http://schemas.microsoft.com/office/drawing/2014/main" id="{29491B58-D886-4A63-B9E3-5D0E71956F2E}"/>
              </a:ext>
            </a:extLst>
          </p:cNvPr>
          <p:cNvSpPr>
            <a:spLocks xmlns:a="http://schemas.openxmlformats.org/drawingml/2006/main" noGrp="1"/>
          </p:cNvSpPr>
          <p:nvPr/>
        </p:nvSpPr>
        <p:spPr>
          <a:xfrm xmlns:a="http://schemas.openxmlformats.org/drawingml/2006/main">
            <a:off x="7791450" y="26193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0" i="0">
                <a:solidFill>
                  <a:srgbClr val="A52836"/>
                </a:solidFill>
                <a:latin typeface="Georgia"/>
                <a:ea typeface="Georgia"/>
                <a:cs typeface="Georgia"/>
              </a:defRPr>
            </a:defPPr>
            <a:lvl1pPr>
              <a:defRPr sz="2625" b="0" i="0">
                <a:solidFill>
                  <a:srgbClr val="A52836"/>
                </a:solidFill>
                <a:latin typeface="Georgia"/>
                <a:ea typeface="Georgia"/>
                <a:cs typeface="Georgia"/>
              </a:defRPr>
            </a:lvl1pPr>
            <a:lvl2pPr>
              <a:defRPr sz="2625" b="0" i="0">
                <a:solidFill>
                  <a:srgbClr val="A52836"/>
                </a:solidFill>
                <a:latin typeface="Georgia"/>
                <a:ea typeface="Georgia"/>
                <a:cs typeface="Georgia"/>
              </a:defRPr>
            </a:lvl2pPr>
            <a:lvl3pPr>
              <a:defRPr sz="2625" b="0" i="0">
                <a:solidFill>
                  <a:srgbClr val="A52836"/>
                </a:solidFill>
                <a:latin typeface="Georgia"/>
                <a:ea typeface="Georgia"/>
                <a:cs typeface="Georgia"/>
              </a:defRPr>
            </a:lvl3pPr>
            <a:lvl4pPr>
              <a:defRPr sz="2625" b="0" i="0">
                <a:solidFill>
                  <a:srgbClr val="A52836"/>
                </a:solidFill>
                <a:latin typeface="Georgia"/>
                <a:ea typeface="Georgia"/>
                <a:cs typeface="Georgia"/>
              </a:defRPr>
            </a:lvl4pPr>
            <a:lvl5pPr>
              <a:defRPr sz="2625" b="0" i="0">
                <a:solidFill>
                  <a:srgbClr val="A52836"/>
                </a:solidFill>
                <a:latin typeface="Georgia"/>
                <a:ea typeface="Georgia"/>
                <a:cs typeface="Georgia"/>
              </a:defRPr>
            </a:lvl5pPr>
            <a:lvl6pPr>
              <a:defRPr sz="2625" b="0" i="0">
                <a:solidFill>
                  <a:srgbClr val="A52836"/>
                </a:solidFill>
                <a:latin typeface="Georgia"/>
                <a:ea typeface="Georgia"/>
                <a:cs typeface="Georgia"/>
              </a:defRPr>
            </a:lvl6pPr>
            <a:lvl7pPr>
              <a:defRPr sz="2625" b="0" i="0">
                <a:solidFill>
                  <a:srgbClr val="A52836"/>
                </a:solidFill>
                <a:latin typeface="Georgia"/>
                <a:ea typeface="Georgia"/>
                <a:cs typeface="Georgia"/>
              </a:defRPr>
            </a:lvl7pPr>
            <a:lvl8pPr>
              <a:defRPr sz="2625" b="0" i="0">
                <a:solidFill>
                  <a:srgbClr val="A52836"/>
                </a:solidFill>
                <a:latin typeface="Georgia"/>
                <a:ea typeface="Georgia"/>
                <a:cs typeface="Georgia"/>
              </a:defRPr>
            </a:lvl8pPr>
            <a:lvl9pPr>
              <a:defRPr sz="2625" b="0" i="0">
                <a:solidFill>
                  <a:srgbClr val="A52836"/>
                </a:solidFill>
                <a:latin typeface="Georgia"/>
                <a:ea typeface="Georgia"/>
                <a:cs typeface="Georgia"/>
              </a:defRPr>
            </a:lvl9pPr>
          </a:lstStyle>
          <a:p xmlns:a="http://schemas.openxmlformats.org/drawingml/2006/main">
            <a:pPr>
              <a:defRPr sz="2625" b="0" i="0">
                <a:solidFill>
                  <a:srgbClr val="A52836"/>
                </a:solidFill>
                <a:latin typeface="Georgia"/>
                <a:ea typeface="Georgia"/>
                <a:cs typeface="Georgia"/>
              </a:defRPr>
            </a:pPr>
            <a:r>
              <a:rPr sz="2625" b="0" i="0">
                <a:solidFill>
                  <a:srgbClr val="A52836"/>
                </a:solidFill>
                <a:latin typeface="Georgia"/>
                <a:ea typeface="Georgia"/>
                <a:cs typeface="Georgia"/>
              </a:rPr>
              <a:t>03</a:t>
            </a:r>
          </a:p>
        </p:txBody>
      </p:sp>
      <p:sp>
        <p:nvSpPr>
          <p:cNvPr id="12" name="text-77">
            <a:extLst xmlns:a="http://schemas.openxmlformats.org/drawingml/2006/main">
              <a:ext uri="{FF2B5EF4-FFF2-40B4-BE49-F238E27FC236}">
                <a16:creationId xmlns:a16="http://schemas.microsoft.com/office/drawing/2014/main" id="{CF831FA5-11B3-4278-BEC9-4B7D4B7C433E}"/>
              </a:ext>
            </a:extLst>
          </p:cNvPr>
          <p:cNvSpPr>
            <a:spLocks xmlns:a="http://schemas.openxmlformats.org/drawingml/2006/main" noGrp="1"/>
          </p:cNvSpPr>
          <p:nvPr/>
        </p:nvSpPr>
        <p:spPr>
          <a:xfrm xmlns:a="http://schemas.openxmlformats.org/drawingml/2006/main">
            <a:off x="7791450" y="323850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i="0">
                <a:solidFill>
                  <a:srgbClr val="292B30"/>
                </a:solidFill>
                <a:latin typeface="Arial"/>
                <a:ea typeface="Arial"/>
                <a:cs typeface="Arial"/>
              </a:defRPr>
            </a:defPPr>
            <a:lvl1pPr>
              <a:defRPr sz="2175" b="1" i="0">
                <a:solidFill>
                  <a:srgbClr val="292B30"/>
                </a:solidFill>
                <a:latin typeface="Arial"/>
                <a:ea typeface="Arial"/>
                <a:cs typeface="Arial"/>
              </a:defRPr>
            </a:lvl1pPr>
            <a:lvl2pPr>
              <a:defRPr sz="2175" b="1" i="0">
                <a:solidFill>
                  <a:srgbClr val="292B30"/>
                </a:solidFill>
                <a:latin typeface="Arial"/>
                <a:ea typeface="Arial"/>
                <a:cs typeface="Arial"/>
              </a:defRPr>
            </a:lvl2pPr>
            <a:lvl3pPr>
              <a:defRPr sz="2175" b="1" i="0">
                <a:solidFill>
                  <a:srgbClr val="292B30"/>
                </a:solidFill>
                <a:latin typeface="Arial"/>
                <a:ea typeface="Arial"/>
                <a:cs typeface="Arial"/>
              </a:defRPr>
            </a:lvl3pPr>
            <a:lvl4pPr>
              <a:defRPr sz="2175" b="1" i="0">
                <a:solidFill>
                  <a:srgbClr val="292B30"/>
                </a:solidFill>
                <a:latin typeface="Arial"/>
                <a:ea typeface="Arial"/>
                <a:cs typeface="Arial"/>
              </a:defRPr>
            </a:lvl4pPr>
            <a:lvl5pPr>
              <a:defRPr sz="2175" b="1" i="0">
                <a:solidFill>
                  <a:srgbClr val="292B30"/>
                </a:solidFill>
                <a:latin typeface="Arial"/>
                <a:ea typeface="Arial"/>
                <a:cs typeface="Arial"/>
              </a:defRPr>
            </a:lvl5pPr>
            <a:lvl6pPr>
              <a:defRPr sz="2175" b="1" i="0">
                <a:solidFill>
                  <a:srgbClr val="292B30"/>
                </a:solidFill>
                <a:latin typeface="Arial"/>
                <a:ea typeface="Arial"/>
                <a:cs typeface="Arial"/>
              </a:defRPr>
            </a:lvl6pPr>
            <a:lvl7pPr>
              <a:defRPr sz="2175" b="1" i="0">
                <a:solidFill>
                  <a:srgbClr val="292B30"/>
                </a:solidFill>
                <a:latin typeface="Arial"/>
                <a:ea typeface="Arial"/>
                <a:cs typeface="Arial"/>
              </a:defRPr>
            </a:lvl7pPr>
            <a:lvl8pPr>
              <a:defRPr sz="2175" b="1" i="0">
                <a:solidFill>
                  <a:srgbClr val="292B30"/>
                </a:solidFill>
                <a:latin typeface="Arial"/>
                <a:ea typeface="Arial"/>
                <a:cs typeface="Arial"/>
              </a:defRPr>
            </a:lvl8pPr>
            <a:lvl9pPr>
              <a:defRPr sz="2175" b="1" i="0">
                <a:solidFill>
                  <a:srgbClr val="292B30"/>
                </a:solidFill>
                <a:latin typeface="Arial"/>
                <a:ea typeface="Arial"/>
                <a:cs typeface="Arial"/>
              </a:defRPr>
            </a:lvl9pPr>
          </a:lstStyle>
          <a:p xmlns:a="http://schemas.openxmlformats.org/drawingml/2006/main">
            <a:pPr>
              <a:defRPr sz="2175" b="1" i="0">
                <a:solidFill>
                  <a:srgbClr val="292B30"/>
                </a:solidFill>
                <a:latin typeface="Arial"/>
                <a:ea typeface="Arial"/>
                <a:cs typeface="Arial"/>
              </a:defRPr>
            </a:pPr>
            <a:r>
              <a:rPr sz="2175" b="1" i="0">
                <a:solidFill>
                  <a:srgbClr val="292B30"/>
                </a:solidFill>
                <a:latin typeface="Arial"/>
                <a:ea typeface="Arial"/>
                <a:cs typeface="Arial"/>
              </a:rPr>
              <a:t>Data providers</a:t>
            </a:r>
          </a:p>
        </p:txBody>
      </p:sp>
      <p:sp>
        <p:nvSpPr>
          <p:cNvPr id="13" name="text-78">
            <a:extLst xmlns:a="http://schemas.openxmlformats.org/drawingml/2006/main">
              <a:ext uri="{FF2B5EF4-FFF2-40B4-BE49-F238E27FC236}">
                <a16:creationId xmlns:a16="http://schemas.microsoft.com/office/drawing/2014/main" id="{6AC04089-DF33-4DE5-8FCA-AEEAA398D76C}"/>
              </a:ext>
            </a:extLst>
          </p:cNvPr>
          <p:cNvSpPr>
            <a:spLocks xmlns:a="http://schemas.openxmlformats.org/drawingml/2006/main" noGrp="1"/>
          </p:cNvSpPr>
          <p:nvPr/>
        </p:nvSpPr>
        <p:spPr>
          <a:xfrm xmlns:a="http://schemas.openxmlformats.org/drawingml/2006/main">
            <a:off x="7791450" y="3819525"/>
            <a:ext cx="3381375"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i="0">
                <a:solidFill>
                  <a:srgbClr val="5E5C5B"/>
                </a:solidFill>
                <a:latin typeface="Arial"/>
                <a:ea typeface="Arial"/>
                <a:cs typeface="Arial"/>
              </a:defRPr>
            </a:defPPr>
            <a:lvl1pPr>
              <a:defRPr sz="1875" b="0" i="0">
                <a:solidFill>
                  <a:srgbClr val="5E5C5B"/>
                </a:solidFill>
                <a:latin typeface="Arial"/>
                <a:ea typeface="Arial"/>
                <a:cs typeface="Arial"/>
              </a:defRPr>
            </a:lvl1pPr>
            <a:lvl2pPr>
              <a:defRPr sz="1875" b="0" i="0">
                <a:solidFill>
                  <a:srgbClr val="5E5C5B"/>
                </a:solidFill>
                <a:latin typeface="Arial"/>
                <a:ea typeface="Arial"/>
                <a:cs typeface="Arial"/>
              </a:defRPr>
            </a:lvl2pPr>
            <a:lvl3pPr>
              <a:defRPr sz="1875" b="0" i="0">
                <a:solidFill>
                  <a:srgbClr val="5E5C5B"/>
                </a:solidFill>
                <a:latin typeface="Arial"/>
                <a:ea typeface="Arial"/>
                <a:cs typeface="Arial"/>
              </a:defRPr>
            </a:lvl3pPr>
            <a:lvl4pPr>
              <a:defRPr sz="1875" b="0" i="0">
                <a:solidFill>
                  <a:srgbClr val="5E5C5B"/>
                </a:solidFill>
                <a:latin typeface="Arial"/>
                <a:ea typeface="Arial"/>
                <a:cs typeface="Arial"/>
              </a:defRPr>
            </a:lvl4pPr>
            <a:lvl5pPr>
              <a:defRPr sz="1875" b="0" i="0">
                <a:solidFill>
                  <a:srgbClr val="5E5C5B"/>
                </a:solidFill>
                <a:latin typeface="Arial"/>
                <a:ea typeface="Arial"/>
                <a:cs typeface="Arial"/>
              </a:defRPr>
            </a:lvl5pPr>
            <a:lvl6pPr>
              <a:defRPr sz="1875" b="0" i="0">
                <a:solidFill>
                  <a:srgbClr val="5E5C5B"/>
                </a:solidFill>
                <a:latin typeface="Arial"/>
                <a:ea typeface="Arial"/>
                <a:cs typeface="Arial"/>
              </a:defRPr>
            </a:lvl6pPr>
            <a:lvl7pPr>
              <a:defRPr sz="1875" b="0" i="0">
                <a:solidFill>
                  <a:srgbClr val="5E5C5B"/>
                </a:solidFill>
                <a:latin typeface="Arial"/>
                <a:ea typeface="Arial"/>
                <a:cs typeface="Arial"/>
              </a:defRPr>
            </a:lvl7pPr>
            <a:lvl8pPr>
              <a:defRPr sz="1875" b="0" i="0">
                <a:solidFill>
                  <a:srgbClr val="5E5C5B"/>
                </a:solidFill>
                <a:latin typeface="Arial"/>
                <a:ea typeface="Arial"/>
                <a:cs typeface="Arial"/>
              </a:defRPr>
            </a:lvl8pPr>
            <a:lvl9pPr>
              <a:defRPr sz="1875" b="0" i="0">
                <a:solidFill>
                  <a:srgbClr val="5E5C5B"/>
                </a:solidFill>
                <a:latin typeface="Arial"/>
                <a:ea typeface="Arial"/>
                <a:cs typeface="Arial"/>
              </a:defRPr>
            </a:lvl9pPr>
          </a:lstStyle>
          <a:p xmlns:a="http://schemas.openxmlformats.org/drawingml/2006/main">
            <a:pPr>
              <a:defRPr sz="1875" b="0" i="0">
                <a:solidFill>
                  <a:srgbClr val="5E5C5B"/>
                </a:solidFill>
                <a:latin typeface="Arial"/>
                <a:ea typeface="Arial"/>
                <a:cs typeface="Arial"/>
              </a:defRPr>
            </a:pPr>
            <a:r>
              <a:rPr sz="1875" b="0" i="0">
                <a:solidFill>
                  <a:srgbClr val="5E5C5B"/>
                </a:solidFill>
                <a:latin typeface="Arial"/>
                <a:ea typeface="Arial"/>
                <a:cs typeface="Arial"/>
              </a:rPr>
              <a:t>Open-Meteo</a:t>
            </a:r>
          </a:p>
          <a:p xmlns:a="http://schemas.openxmlformats.org/drawingml/2006/main">
            <a:pPr>
              <a:defRPr sz="1875" b="0" i="0">
                <a:solidFill>
                  <a:srgbClr val="5E5C5B"/>
                </a:solidFill>
                <a:latin typeface="Arial"/>
                <a:ea typeface="Arial"/>
                <a:cs typeface="Arial"/>
              </a:defRPr>
            </a:pPr>
            <a:r>
              <a:rPr sz="1875" b="0" i="0">
                <a:solidFill>
                  <a:srgbClr val="5E5C5B"/>
                </a:solidFill>
                <a:latin typeface="Arial"/>
                <a:ea typeface="Arial"/>
                <a:cs typeface="Arial"/>
              </a:rPr>
              <a:t>OpenStreetMap</a:t>
            </a:r>
          </a:p>
          <a:p xmlns:a="http://schemas.openxmlformats.org/drawingml/2006/main">
            <a:pPr>
              <a:defRPr sz="1875" b="0" i="0">
                <a:solidFill>
                  <a:srgbClr val="5E5C5B"/>
                </a:solidFill>
                <a:latin typeface="Arial"/>
                <a:ea typeface="Arial"/>
                <a:cs typeface="Arial"/>
              </a:defRPr>
            </a:pPr>
            <a:r>
              <a:rPr sz="1875" b="0" i="0">
                <a:solidFill>
                  <a:srgbClr val="5E5C5B"/>
                </a:solidFill>
                <a:latin typeface="Arial"/>
                <a:ea typeface="Arial"/>
                <a:cs typeface="Arial"/>
              </a:rPr>
              <a:t>CelesTrak + launch data</a:t>
            </a:r>
          </a:p>
          <a:p xmlns:a="http://schemas.openxmlformats.org/drawingml/2006/main">
            <a:pPr>
              <a:defRPr sz="1875" b="0" i="0">
                <a:solidFill>
                  <a:srgbClr val="5E5C5B"/>
                </a:solidFill>
                <a:latin typeface="Arial"/>
                <a:ea typeface="Arial"/>
                <a:cs typeface="Arial"/>
              </a:defRPr>
            </a:pPr>
            <a:r>
              <a:rPr sz="1875" b="0" i="0">
                <a:solidFill>
                  <a:srgbClr val="5E5C5B"/>
                </a:solidFill>
                <a:latin typeface="Arial"/>
                <a:ea typeface="Arial"/>
                <a:cs typeface="Arial"/>
              </a:rPr>
              <a:t>SkyView + SIMBAD</a:t>
            </a:r>
          </a:p>
        </p:txBody>
      </p:sp>
      <p:sp>
        <p:nvSpPr>
          <p:cNvPr id="14" name="text-79">
            <a:extLst xmlns:a="http://schemas.openxmlformats.org/drawingml/2006/main">
              <a:ext uri="{FF2B5EF4-FFF2-40B4-BE49-F238E27FC236}">
                <a16:creationId xmlns:a16="http://schemas.microsoft.com/office/drawing/2014/main" id="{6D526D4A-7533-442C-875A-F3C0D6B07DD9}"/>
              </a:ext>
            </a:extLst>
          </p:cNvPr>
          <p:cNvSpPr>
            <a:spLocks xmlns:a="http://schemas.openxmlformats.org/drawingml/2006/main" noGrp="1"/>
          </p:cNvSpPr>
          <p:nvPr/>
        </p:nvSpPr>
        <p:spPr>
          <a:xfrm xmlns:a="http://schemas.openxmlformats.org/drawingml/2006/main">
            <a:off x="790575" y="5581650"/>
            <a:ext cx="981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i="0">
                <a:solidFill>
                  <a:srgbClr val="292B30"/>
                </a:solidFill>
                <a:latin typeface="Arial"/>
                <a:ea typeface="Arial"/>
                <a:cs typeface="Arial"/>
              </a:defRPr>
            </a:defPPr>
            <a:lvl1pPr>
              <a:defRPr sz="1875" b="0" i="0">
                <a:solidFill>
                  <a:srgbClr val="292B30"/>
                </a:solidFill>
                <a:latin typeface="Arial"/>
                <a:ea typeface="Arial"/>
                <a:cs typeface="Arial"/>
              </a:defRPr>
            </a:lvl1pPr>
            <a:lvl2pPr>
              <a:defRPr sz="1875" b="0" i="0">
                <a:solidFill>
                  <a:srgbClr val="292B30"/>
                </a:solidFill>
                <a:latin typeface="Arial"/>
                <a:ea typeface="Arial"/>
                <a:cs typeface="Arial"/>
              </a:defRPr>
            </a:lvl2pPr>
            <a:lvl3pPr>
              <a:defRPr sz="1875" b="0" i="0">
                <a:solidFill>
                  <a:srgbClr val="292B30"/>
                </a:solidFill>
                <a:latin typeface="Arial"/>
                <a:ea typeface="Arial"/>
                <a:cs typeface="Arial"/>
              </a:defRPr>
            </a:lvl3pPr>
            <a:lvl4pPr>
              <a:defRPr sz="1875" b="0" i="0">
                <a:solidFill>
                  <a:srgbClr val="292B30"/>
                </a:solidFill>
                <a:latin typeface="Arial"/>
                <a:ea typeface="Arial"/>
                <a:cs typeface="Arial"/>
              </a:defRPr>
            </a:lvl4pPr>
            <a:lvl5pPr>
              <a:defRPr sz="1875" b="0" i="0">
                <a:solidFill>
                  <a:srgbClr val="292B30"/>
                </a:solidFill>
                <a:latin typeface="Arial"/>
                <a:ea typeface="Arial"/>
                <a:cs typeface="Arial"/>
              </a:defRPr>
            </a:lvl5pPr>
            <a:lvl6pPr>
              <a:defRPr sz="1875" b="0" i="0">
                <a:solidFill>
                  <a:srgbClr val="292B30"/>
                </a:solidFill>
                <a:latin typeface="Arial"/>
                <a:ea typeface="Arial"/>
                <a:cs typeface="Arial"/>
              </a:defRPr>
            </a:lvl6pPr>
            <a:lvl7pPr>
              <a:defRPr sz="1875" b="0" i="0">
                <a:solidFill>
                  <a:srgbClr val="292B30"/>
                </a:solidFill>
                <a:latin typeface="Arial"/>
                <a:ea typeface="Arial"/>
                <a:cs typeface="Arial"/>
              </a:defRPr>
            </a:lvl7pPr>
            <a:lvl8pPr>
              <a:defRPr sz="1875" b="0" i="0">
                <a:solidFill>
                  <a:srgbClr val="292B30"/>
                </a:solidFill>
                <a:latin typeface="Arial"/>
                <a:ea typeface="Arial"/>
                <a:cs typeface="Arial"/>
              </a:defRPr>
            </a:lvl8pPr>
            <a:lvl9pPr>
              <a:defRPr sz="1875" b="0" i="0">
                <a:solidFill>
                  <a:srgbClr val="292B30"/>
                </a:solidFill>
                <a:latin typeface="Arial"/>
                <a:ea typeface="Arial"/>
                <a:cs typeface="Arial"/>
              </a:defRPr>
            </a:lvl9pPr>
          </a:lstStyle>
          <a:p xmlns:a="http://schemas.openxmlformats.org/drawingml/2006/main">
            <a:pPr>
              <a:defRPr sz="1875" b="0" i="0">
                <a:solidFill>
                  <a:srgbClr val="292B30"/>
                </a:solidFill>
                <a:latin typeface="Arial"/>
                <a:ea typeface="Arial"/>
                <a:cs typeface="Arial"/>
              </a:defRPr>
            </a:pPr>
            <a:r>
              <a:rPr sz="1875" b="0" i="0">
                <a:solidFill>
                  <a:srgbClr val="292B30"/>
                </a:solidFill>
                <a:latin typeface="Arial"/>
                <a:ea typeface="Arial"/>
                <a:cs typeface="Arial"/>
              </a:rPr>
              <a:t>Shared location and time keep the modules aligned.</a:t>
            </a:r>
          </a:p>
        </p:txBody>
      </p:sp>
      <p:sp>
        <p:nvSpPr>
          <p:cNvPr id="15" name="text-80">
            <a:extLst xmlns:a="http://schemas.openxmlformats.org/drawingml/2006/main">
              <a:ext uri="{FF2B5EF4-FFF2-40B4-BE49-F238E27FC236}">
                <a16:creationId xmlns:a16="http://schemas.microsoft.com/office/drawing/2014/main" id="{9DC4D175-606E-4F4B-B464-18FC1C32F279}"/>
              </a:ext>
            </a:extLst>
          </p:cNvPr>
          <p:cNvSpPr>
            <a:spLocks xmlns:a="http://schemas.openxmlformats.org/drawingml/2006/main" noGrp="1"/>
          </p:cNvSpPr>
          <p:nvPr/>
        </p:nvSpPr>
        <p:spPr>
          <a:xfrm xmlns:a="http://schemas.openxmlformats.org/drawingml/2006/main">
            <a:off x="790575" y="601980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i="0">
                <a:solidFill>
                  <a:srgbClr val="A52836"/>
                </a:solidFill>
                <a:latin typeface="Arial"/>
                <a:ea typeface="Arial"/>
                <a:cs typeface="Arial"/>
              </a:defRPr>
            </a:defPPr>
            <a:lvl1pPr>
              <a:defRPr sz="1500" b="0" i="0">
                <a:solidFill>
                  <a:srgbClr val="A52836"/>
                </a:solidFill>
                <a:latin typeface="Arial"/>
                <a:ea typeface="Arial"/>
                <a:cs typeface="Arial"/>
              </a:defRPr>
            </a:lvl1pPr>
            <a:lvl2pPr>
              <a:defRPr sz="1500" b="0" i="0">
                <a:solidFill>
                  <a:srgbClr val="A52836"/>
                </a:solidFill>
                <a:latin typeface="Arial"/>
                <a:ea typeface="Arial"/>
                <a:cs typeface="Arial"/>
              </a:defRPr>
            </a:lvl2pPr>
            <a:lvl3pPr>
              <a:defRPr sz="1500" b="0" i="0">
                <a:solidFill>
                  <a:srgbClr val="A52836"/>
                </a:solidFill>
                <a:latin typeface="Arial"/>
                <a:ea typeface="Arial"/>
                <a:cs typeface="Arial"/>
              </a:defRPr>
            </a:lvl3pPr>
            <a:lvl4pPr>
              <a:defRPr sz="1500" b="0" i="0">
                <a:solidFill>
                  <a:srgbClr val="A52836"/>
                </a:solidFill>
                <a:latin typeface="Arial"/>
                <a:ea typeface="Arial"/>
                <a:cs typeface="Arial"/>
              </a:defRPr>
            </a:lvl4pPr>
            <a:lvl5pPr>
              <a:defRPr sz="1500" b="0" i="0">
                <a:solidFill>
                  <a:srgbClr val="A52836"/>
                </a:solidFill>
                <a:latin typeface="Arial"/>
                <a:ea typeface="Arial"/>
                <a:cs typeface="Arial"/>
              </a:defRPr>
            </a:lvl5pPr>
            <a:lvl6pPr>
              <a:defRPr sz="1500" b="0" i="0">
                <a:solidFill>
                  <a:srgbClr val="A52836"/>
                </a:solidFill>
                <a:latin typeface="Arial"/>
                <a:ea typeface="Arial"/>
                <a:cs typeface="Arial"/>
              </a:defRPr>
            </a:lvl6pPr>
            <a:lvl7pPr>
              <a:defRPr sz="1500" b="0" i="0">
                <a:solidFill>
                  <a:srgbClr val="A52836"/>
                </a:solidFill>
                <a:latin typeface="Arial"/>
                <a:ea typeface="Arial"/>
                <a:cs typeface="Arial"/>
              </a:defRPr>
            </a:lvl7pPr>
            <a:lvl8pPr>
              <a:defRPr sz="1500" b="0" i="0">
                <a:solidFill>
                  <a:srgbClr val="A52836"/>
                </a:solidFill>
                <a:latin typeface="Arial"/>
                <a:ea typeface="Arial"/>
                <a:cs typeface="Arial"/>
              </a:defRPr>
            </a:lvl8pPr>
            <a:lvl9pPr>
              <a:defRPr sz="1500" b="0" i="0">
                <a:solidFill>
                  <a:srgbClr val="A52836"/>
                </a:solidFill>
                <a:latin typeface="Arial"/>
                <a:ea typeface="Arial"/>
                <a:cs typeface="Arial"/>
              </a:defRPr>
            </a:lvl9pPr>
          </a:lstStyle>
          <a:p xmlns:a="http://schemas.openxmlformats.org/drawingml/2006/main">
            <a:pPr>
              <a:defRPr sz="1500" b="0" i="0">
                <a:solidFill>
                  <a:srgbClr val="A52836"/>
                </a:solidFill>
                <a:latin typeface="Arial"/>
                <a:ea typeface="Arial"/>
                <a:cs typeface="Arial"/>
              </a:defRPr>
            </a:pPr>
            <a:r>
              <a:rPr sz="1500" b="0" i="0">
                <a:solidFill>
                  <a:srgbClr val="A52836"/>
                </a:solidFill>
                <a:latin typeface="Arial"/>
                <a:ea typeface="Arial"/>
                <a:cs typeface="Arial"/>
              </a:rPr>
              <a:t>Cached provider data, source timestamps and a recorded demo fallback</a:t>
            </a:r>
          </a:p>
        </p:txBody>
      </p:sp>
    </p:spTree>
    <p:extLst>
      <p:ext uri="{BB962C8B-B14F-4D97-AF65-F5344CB8AC3E}">
        <p14:creationId xmlns:p14="http://schemas.microsoft.com/office/powerpoint/2010/main" val="106512129"/>
      </p:ext>
    </p:extLst>
  </p:cSld>
</p:sld>
</file>

<file path=ppt/slides/slide7.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CC482EBF-24E6-410B-A867-59F4F3BE20E4}"/>
              </a:ext>
            </a:extLst>
          </p:cNvPr>
          <p:cNvPicPr>
            <a:picLocks xmlns:a="http://schemas.openxmlformats.org/drawingml/2006/main" noChangeAspect="1"/>
          </p:cNvPicPr>
          <p:nvPr/>
        </p:nvPicPr>
        <p:blipFill>
          <a:blip xmlns:r="http://schemas.openxmlformats.org/officeDocument/2006/relationships" xmlns:a="http://schemas.openxmlformats.org/drawingml/2006/main" r:embed="Rfd3b83d2d7574ca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xt-81">
            <a:extLst xmlns:a="http://schemas.openxmlformats.org/drawingml/2006/main">
              <a:ext uri="{FF2B5EF4-FFF2-40B4-BE49-F238E27FC236}">
                <a16:creationId xmlns:a16="http://schemas.microsoft.com/office/drawing/2014/main" id="{9EC67692-7506-46A0-8D5F-851D3026ADCF}"/>
              </a:ext>
            </a:extLst>
          </p:cNvPr>
          <p:cNvSpPr>
            <a:spLocks xmlns:a="http://schemas.openxmlformats.org/drawingml/2006/main" noGrp="1"/>
          </p:cNvSpPr>
          <p:nvPr/>
        </p:nvSpPr>
        <p:spPr>
          <a:xfrm xmlns:a="http://schemas.openxmlformats.org/drawingml/2006/main">
            <a:off x="762000" y="628650"/>
            <a:ext cx="9239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0" i="0">
                <a:solidFill>
                  <a:srgbClr val="A52836"/>
                </a:solidFill>
                <a:latin typeface="Georgia"/>
                <a:ea typeface="Georgia"/>
                <a:cs typeface="Georgia"/>
              </a:defRPr>
            </a:defPPr>
            <a:lvl1pPr>
              <a:defRPr sz="3300" b="0" i="0">
                <a:solidFill>
                  <a:srgbClr val="A52836"/>
                </a:solidFill>
                <a:latin typeface="Georgia"/>
                <a:ea typeface="Georgia"/>
                <a:cs typeface="Georgia"/>
              </a:defRPr>
            </a:lvl1pPr>
            <a:lvl2pPr>
              <a:defRPr sz="3300" b="0" i="0">
                <a:solidFill>
                  <a:srgbClr val="A52836"/>
                </a:solidFill>
                <a:latin typeface="Georgia"/>
                <a:ea typeface="Georgia"/>
                <a:cs typeface="Georgia"/>
              </a:defRPr>
            </a:lvl2pPr>
            <a:lvl3pPr>
              <a:defRPr sz="3300" b="0" i="0">
                <a:solidFill>
                  <a:srgbClr val="A52836"/>
                </a:solidFill>
                <a:latin typeface="Georgia"/>
                <a:ea typeface="Georgia"/>
                <a:cs typeface="Georgia"/>
              </a:defRPr>
            </a:lvl3pPr>
            <a:lvl4pPr>
              <a:defRPr sz="3300" b="0" i="0">
                <a:solidFill>
                  <a:srgbClr val="A52836"/>
                </a:solidFill>
                <a:latin typeface="Georgia"/>
                <a:ea typeface="Georgia"/>
                <a:cs typeface="Georgia"/>
              </a:defRPr>
            </a:lvl4pPr>
            <a:lvl5pPr>
              <a:defRPr sz="3300" b="0" i="0">
                <a:solidFill>
                  <a:srgbClr val="A52836"/>
                </a:solidFill>
                <a:latin typeface="Georgia"/>
                <a:ea typeface="Georgia"/>
                <a:cs typeface="Georgia"/>
              </a:defRPr>
            </a:lvl5pPr>
            <a:lvl6pPr>
              <a:defRPr sz="3300" b="0" i="0">
                <a:solidFill>
                  <a:srgbClr val="A52836"/>
                </a:solidFill>
                <a:latin typeface="Georgia"/>
                <a:ea typeface="Georgia"/>
                <a:cs typeface="Georgia"/>
              </a:defRPr>
            </a:lvl6pPr>
            <a:lvl7pPr>
              <a:defRPr sz="3300" b="0" i="0">
                <a:solidFill>
                  <a:srgbClr val="A52836"/>
                </a:solidFill>
                <a:latin typeface="Georgia"/>
                <a:ea typeface="Georgia"/>
                <a:cs typeface="Georgia"/>
              </a:defRPr>
            </a:lvl7pPr>
            <a:lvl8pPr>
              <a:defRPr sz="3300" b="0" i="0">
                <a:solidFill>
                  <a:srgbClr val="A52836"/>
                </a:solidFill>
                <a:latin typeface="Georgia"/>
                <a:ea typeface="Georgia"/>
                <a:cs typeface="Georgia"/>
              </a:defRPr>
            </a:lvl8pPr>
            <a:lvl9pPr>
              <a:defRPr sz="3300" b="0" i="0">
                <a:solidFill>
                  <a:srgbClr val="A52836"/>
                </a:solidFill>
                <a:latin typeface="Georgia"/>
                <a:ea typeface="Georgia"/>
                <a:cs typeface="Georgia"/>
              </a:defRPr>
            </a:lvl9pPr>
          </a:lstStyle>
          <a:p xmlns:a="http://schemas.openxmlformats.org/drawingml/2006/main">
            <a:pPr>
              <a:defRPr sz="3300" b="0" i="0">
                <a:solidFill>
                  <a:srgbClr val="A52836"/>
                </a:solidFill>
                <a:latin typeface="Georgia"/>
                <a:ea typeface="Georgia"/>
                <a:cs typeface="Georgia"/>
              </a:defRPr>
            </a:pPr>
            <a:r>
              <a:rPr sz="3300" b="0" i="0">
                <a:solidFill>
                  <a:srgbClr val="A52836"/>
                </a:solidFill>
                <a:latin typeface="Georgia"/>
                <a:ea typeface="Georgia"/>
                <a:cs typeface="Georgia"/>
              </a:rPr>
              <a:t>Differentiation and expected impact</a:t>
            </a:r>
          </a:p>
        </p:txBody>
      </p:sp>
      <p:sp>
        <p:nvSpPr>
          <p:cNvPr id="3" name="text-82">
            <a:extLst xmlns:a="http://schemas.openxmlformats.org/drawingml/2006/main">
              <a:ext uri="{FF2B5EF4-FFF2-40B4-BE49-F238E27FC236}">
                <a16:creationId xmlns:a16="http://schemas.microsoft.com/office/drawing/2014/main" id="{976C603A-BFA9-4844-9B14-4D4583AB4812}"/>
              </a:ext>
            </a:extLst>
          </p:cNvPr>
          <p:cNvSpPr>
            <a:spLocks xmlns:a="http://schemas.openxmlformats.org/drawingml/2006/main" noGrp="1"/>
          </p:cNvSpPr>
          <p:nvPr/>
        </p:nvSpPr>
        <p:spPr>
          <a:xfrm xmlns:a="http://schemas.openxmlformats.org/drawingml/2006/main">
            <a:off x="762000" y="6419850"/>
            <a:ext cx="523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i="0">
                <a:solidFill>
                  <a:srgbClr val="77716A"/>
                </a:solidFill>
                <a:latin typeface="Arial"/>
                <a:ea typeface="Arial"/>
                <a:cs typeface="Arial"/>
              </a:defRPr>
            </a:defPPr>
            <a:lvl1pPr>
              <a:defRPr sz="1125" b="0" i="0">
                <a:solidFill>
                  <a:srgbClr val="77716A"/>
                </a:solidFill>
                <a:latin typeface="Arial"/>
                <a:ea typeface="Arial"/>
                <a:cs typeface="Arial"/>
              </a:defRPr>
            </a:lvl1pPr>
            <a:lvl2pPr>
              <a:defRPr sz="1125" b="0" i="0">
                <a:solidFill>
                  <a:srgbClr val="77716A"/>
                </a:solidFill>
                <a:latin typeface="Arial"/>
                <a:ea typeface="Arial"/>
                <a:cs typeface="Arial"/>
              </a:defRPr>
            </a:lvl2pPr>
            <a:lvl3pPr>
              <a:defRPr sz="1125" b="0" i="0">
                <a:solidFill>
                  <a:srgbClr val="77716A"/>
                </a:solidFill>
                <a:latin typeface="Arial"/>
                <a:ea typeface="Arial"/>
                <a:cs typeface="Arial"/>
              </a:defRPr>
            </a:lvl3pPr>
            <a:lvl4pPr>
              <a:defRPr sz="1125" b="0" i="0">
                <a:solidFill>
                  <a:srgbClr val="77716A"/>
                </a:solidFill>
                <a:latin typeface="Arial"/>
                <a:ea typeface="Arial"/>
                <a:cs typeface="Arial"/>
              </a:defRPr>
            </a:lvl4pPr>
            <a:lvl5pPr>
              <a:defRPr sz="1125" b="0" i="0">
                <a:solidFill>
                  <a:srgbClr val="77716A"/>
                </a:solidFill>
                <a:latin typeface="Arial"/>
                <a:ea typeface="Arial"/>
                <a:cs typeface="Arial"/>
              </a:defRPr>
            </a:lvl5pPr>
            <a:lvl6pPr>
              <a:defRPr sz="1125" b="0" i="0">
                <a:solidFill>
                  <a:srgbClr val="77716A"/>
                </a:solidFill>
                <a:latin typeface="Arial"/>
                <a:ea typeface="Arial"/>
                <a:cs typeface="Arial"/>
              </a:defRPr>
            </a:lvl6pPr>
            <a:lvl7pPr>
              <a:defRPr sz="1125" b="0" i="0">
                <a:solidFill>
                  <a:srgbClr val="77716A"/>
                </a:solidFill>
                <a:latin typeface="Arial"/>
                <a:ea typeface="Arial"/>
                <a:cs typeface="Arial"/>
              </a:defRPr>
            </a:lvl7pPr>
            <a:lvl8pPr>
              <a:defRPr sz="1125" b="0" i="0">
                <a:solidFill>
                  <a:srgbClr val="77716A"/>
                </a:solidFill>
                <a:latin typeface="Arial"/>
                <a:ea typeface="Arial"/>
                <a:cs typeface="Arial"/>
              </a:defRPr>
            </a:lvl8pPr>
            <a:lvl9pPr>
              <a:defRPr sz="1125" b="0" i="0">
                <a:solidFill>
                  <a:srgbClr val="77716A"/>
                </a:solidFill>
                <a:latin typeface="Arial"/>
                <a:ea typeface="Arial"/>
                <a:cs typeface="Arial"/>
              </a:defRPr>
            </a:lvl9pPr>
          </a:lstStyle>
          <a:p xmlns:a="http://schemas.openxmlformats.org/drawingml/2006/main">
            <a:pPr>
              <a:defRPr sz="1125" b="0" i="0">
                <a:solidFill>
                  <a:srgbClr val="77716A"/>
                </a:solidFill>
                <a:latin typeface="Arial"/>
                <a:ea typeface="Arial"/>
                <a:cs typeface="Arial"/>
              </a:defRPr>
            </a:pPr>
            <a:r>
              <a:rPr sz="1125" b="0" i="0">
                <a:solidFill>
                  <a:srgbClr val="77716A"/>
                </a:solidFill>
                <a:latin typeface="Arial"/>
                <a:ea typeface="Arial"/>
                <a:cs typeface="Arial"/>
              </a:rPr>
              <a:t>TSUKUYOMI WATCH     /     07 OF 08</a:t>
            </a:r>
          </a:p>
        </p:txBody>
      </p:sp>
      <p:sp>
        <p:nvSpPr>
          <p:cNvPr id="4" name="text-83">
            <a:extLst xmlns:a="http://schemas.openxmlformats.org/drawingml/2006/main">
              <a:ext uri="{FF2B5EF4-FFF2-40B4-BE49-F238E27FC236}">
                <a16:creationId xmlns:a16="http://schemas.microsoft.com/office/drawing/2014/main" id="{D67CDFB2-B944-4F54-B581-97B8B9DC0829}"/>
              </a:ext>
            </a:extLst>
          </p:cNvPr>
          <p:cNvSpPr>
            <a:spLocks xmlns:a="http://schemas.openxmlformats.org/drawingml/2006/main" noGrp="1"/>
          </p:cNvSpPr>
          <p:nvPr/>
        </p:nvSpPr>
        <p:spPr>
          <a:xfrm xmlns:a="http://schemas.openxmlformats.org/drawingml/2006/main">
            <a:off x="781050" y="1714500"/>
            <a:ext cx="5000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i="0">
                <a:solidFill>
                  <a:srgbClr val="A52836"/>
                </a:solidFill>
                <a:latin typeface="Georgia"/>
                <a:ea typeface="Georgia"/>
                <a:cs typeface="Georgia"/>
              </a:defRPr>
            </a:defPPr>
            <a:lvl1pPr>
              <a:defRPr sz="2250" b="0" i="0">
                <a:solidFill>
                  <a:srgbClr val="A52836"/>
                </a:solidFill>
                <a:latin typeface="Georgia"/>
                <a:ea typeface="Georgia"/>
                <a:cs typeface="Georgia"/>
              </a:defRPr>
            </a:lvl1pPr>
            <a:lvl2pPr>
              <a:defRPr sz="2250" b="0" i="0">
                <a:solidFill>
                  <a:srgbClr val="A52836"/>
                </a:solidFill>
                <a:latin typeface="Georgia"/>
                <a:ea typeface="Georgia"/>
                <a:cs typeface="Georgia"/>
              </a:defRPr>
            </a:lvl2pPr>
            <a:lvl3pPr>
              <a:defRPr sz="2250" b="0" i="0">
                <a:solidFill>
                  <a:srgbClr val="A52836"/>
                </a:solidFill>
                <a:latin typeface="Georgia"/>
                <a:ea typeface="Georgia"/>
                <a:cs typeface="Georgia"/>
              </a:defRPr>
            </a:lvl3pPr>
            <a:lvl4pPr>
              <a:defRPr sz="2250" b="0" i="0">
                <a:solidFill>
                  <a:srgbClr val="A52836"/>
                </a:solidFill>
                <a:latin typeface="Georgia"/>
                <a:ea typeface="Georgia"/>
                <a:cs typeface="Georgia"/>
              </a:defRPr>
            </a:lvl4pPr>
            <a:lvl5pPr>
              <a:defRPr sz="2250" b="0" i="0">
                <a:solidFill>
                  <a:srgbClr val="A52836"/>
                </a:solidFill>
                <a:latin typeface="Georgia"/>
                <a:ea typeface="Georgia"/>
                <a:cs typeface="Georgia"/>
              </a:defRPr>
            </a:lvl5pPr>
            <a:lvl6pPr>
              <a:defRPr sz="2250" b="0" i="0">
                <a:solidFill>
                  <a:srgbClr val="A52836"/>
                </a:solidFill>
                <a:latin typeface="Georgia"/>
                <a:ea typeface="Georgia"/>
                <a:cs typeface="Georgia"/>
              </a:defRPr>
            </a:lvl6pPr>
            <a:lvl7pPr>
              <a:defRPr sz="2250" b="0" i="0">
                <a:solidFill>
                  <a:srgbClr val="A52836"/>
                </a:solidFill>
                <a:latin typeface="Georgia"/>
                <a:ea typeface="Georgia"/>
                <a:cs typeface="Georgia"/>
              </a:defRPr>
            </a:lvl7pPr>
            <a:lvl8pPr>
              <a:defRPr sz="2250" b="0" i="0">
                <a:solidFill>
                  <a:srgbClr val="A52836"/>
                </a:solidFill>
                <a:latin typeface="Georgia"/>
                <a:ea typeface="Georgia"/>
                <a:cs typeface="Georgia"/>
              </a:defRPr>
            </a:lvl8pPr>
            <a:lvl9pPr>
              <a:defRPr sz="2250" b="0" i="0">
                <a:solidFill>
                  <a:srgbClr val="A52836"/>
                </a:solidFill>
                <a:latin typeface="Georgia"/>
                <a:ea typeface="Georgia"/>
                <a:cs typeface="Georgia"/>
              </a:defRPr>
            </a:lvl9pPr>
          </a:lstStyle>
          <a:p xmlns:a="http://schemas.openxmlformats.org/drawingml/2006/main">
            <a:pPr>
              <a:defRPr sz="2250" b="0" i="0">
                <a:solidFill>
                  <a:srgbClr val="A52836"/>
                </a:solidFill>
                <a:latin typeface="Georgia"/>
                <a:ea typeface="Georgia"/>
                <a:cs typeface="Georgia"/>
              </a:defRPr>
            </a:pPr>
            <a:r>
              <a:rPr sz="2250" b="0" i="0">
                <a:solidFill>
                  <a:srgbClr val="A52836"/>
                </a:solidFill>
                <a:latin typeface="Georgia"/>
                <a:ea typeface="Georgia"/>
                <a:cs typeface="Georgia"/>
              </a:rPr>
              <a:t>What makes it different</a:t>
            </a:r>
          </a:p>
        </p:txBody>
      </p:sp>
      <p:sp>
        <p:nvSpPr>
          <p:cNvPr id="5" name="text-84">
            <a:extLst xmlns:a="http://schemas.openxmlformats.org/drawingml/2006/main">
              <a:ext uri="{FF2B5EF4-FFF2-40B4-BE49-F238E27FC236}">
                <a16:creationId xmlns:a16="http://schemas.microsoft.com/office/drawing/2014/main" id="{43E5EE9F-9DE1-426E-8C92-1FB99A65E293}"/>
              </a:ext>
            </a:extLst>
          </p:cNvPr>
          <p:cNvSpPr>
            <a:spLocks xmlns:a="http://schemas.openxmlformats.org/drawingml/2006/main" noGrp="1"/>
          </p:cNvSpPr>
          <p:nvPr/>
        </p:nvSpPr>
        <p:spPr>
          <a:xfrm xmlns:a="http://schemas.openxmlformats.org/drawingml/2006/main">
            <a:off x="6429375" y="1714500"/>
            <a:ext cx="4191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i="0">
                <a:solidFill>
                  <a:srgbClr val="A52836"/>
                </a:solidFill>
                <a:latin typeface="Georgia"/>
                <a:ea typeface="Georgia"/>
                <a:cs typeface="Georgia"/>
              </a:defRPr>
            </a:defPPr>
            <a:lvl1pPr>
              <a:defRPr sz="2250" b="0" i="0">
                <a:solidFill>
                  <a:srgbClr val="A52836"/>
                </a:solidFill>
                <a:latin typeface="Georgia"/>
                <a:ea typeface="Georgia"/>
                <a:cs typeface="Georgia"/>
              </a:defRPr>
            </a:lvl1pPr>
            <a:lvl2pPr>
              <a:defRPr sz="2250" b="0" i="0">
                <a:solidFill>
                  <a:srgbClr val="A52836"/>
                </a:solidFill>
                <a:latin typeface="Georgia"/>
                <a:ea typeface="Georgia"/>
                <a:cs typeface="Georgia"/>
              </a:defRPr>
            </a:lvl2pPr>
            <a:lvl3pPr>
              <a:defRPr sz="2250" b="0" i="0">
                <a:solidFill>
                  <a:srgbClr val="A52836"/>
                </a:solidFill>
                <a:latin typeface="Georgia"/>
                <a:ea typeface="Georgia"/>
                <a:cs typeface="Georgia"/>
              </a:defRPr>
            </a:lvl3pPr>
            <a:lvl4pPr>
              <a:defRPr sz="2250" b="0" i="0">
                <a:solidFill>
                  <a:srgbClr val="A52836"/>
                </a:solidFill>
                <a:latin typeface="Georgia"/>
                <a:ea typeface="Georgia"/>
                <a:cs typeface="Georgia"/>
              </a:defRPr>
            </a:lvl4pPr>
            <a:lvl5pPr>
              <a:defRPr sz="2250" b="0" i="0">
                <a:solidFill>
                  <a:srgbClr val="A52836"/>
                </a:solidFill>
                <a:latin typeface="Georgia"/>
                <a:ea typeface="Georgia"/>
                <a:cs typeface="Georgia"/>
              </a:defRPr>
            </a:lvl5pPr>
            <a:lvl6pPr>
              <a:defRPr sz="2250" b="0" i="0">
                <a:solidFill>
                  <a:srgbClr val="A52836"/>
                </a:solidFill>
                <a:latin typeface="Georgia"/>
                <a:ea typeface="Georgia"/>
                <a:cs typeface="Georgia"/>
              </a:defRPr>
            </a:lvl6pPr>
            <a:lvl7pPr>
              <a:defRPr sz="2250" b="0" i="0">
                <a:solidFill>
                  <a:srgbClr val="A52836"/>
                </a:solidFill>
                <a:latin typeface="Georgia"/>
                <a:ea typeface="Georgia"/>
                <a:cs typeface="Georgia"/>
              </a:defRPr>
            </a:lvl7pPr>
            <a:lvl8pPr>
              <a:defRPr sz="2250" b="0" i="0">
                <a:solidFill>
                  <a:srgbClr val="A52836"/>
                </a:solidFill>
                <a:latin typeface="Georgia"/>
                <a:ea typeface="Georgia"/>
                <a:cs typeface="Georgia"/>
              </a:defRPr>
            </a:lvl8pPr>
            <a:lvl9pPr>
              <a:defRPr sz="2250" b="0" i="0">
                <a:solidFill>
                  <a:srgbClr val="A52836"/>
                </a:solidFill>
                <a:latin typeface="Georgia"/>
                <a:ea typeface="Georgia"/>
                <a:cs typeface="Georgia"/>
              </a:defRPr>
            </a:lvl9pPr>
          </a:lstStyle>
          <a:p xmlns:a="http://schemas.openxmlformats.org/drawingml/2006/main">
            <a:pPr>
              <a:defRPr sz="2250" b="0" i="0">
                <a:solidFill>
                  <a:srgbClr val="A52836"/>
                </a:solidFill>
                <a:latin typeface="Georgia"/>
                <a:ea typeface="Georgia"/>
                <a:cs typeface="Georgia"/>
              </a:defRPr>
            </a:pPr>
            <a:r>
              <a:rPr sz="2250" b="0" i="0">
                <a:solidFill>
                  <a:srgbClr val="A52836"/>
                </a:solidFill>
                <a:latin typeface="Georgia"/>
                <a:ea typeface="Georgia"/>
                <a:cs typeface="Georgia"/>
              </a:rPr>
              <a:t>Who it helps</a:t>
            </a:r>
          </a:p>
        </p:txBody>
      </p:sp>
      <p:sp>
        <p:nvSpPr>
          <p:cNvPr id="6" name="text-85">
            <a:extLst xmlns:a="http://schemas.openxmlformats.org/drawingml/2006/main">
              <a:ext uri="{FF2B5EF4-FFF2-40B4-BE49-F238E27FC236}">
                <a16:creationId xmlns:a16="http://schemas.microsoft.com/office/drawing/2014/main" id="{F60373C8-3F7C-47F2-8DD8-6AC957D0EBAA}"/>
              </a:ext>
            </a:extLst>
          </p:cNvPr>
          <p:cNvSpPr>
            <a:spLocks xmlns:a="http://schemas.openxmlformats.org/drawingml/2006/main" noGrp="1"/>
          </p:cNvSpPr>
          <p:nvPr/>
        </p:nvSpPr>
        <p:spPr>
          <a:xfrm xmlns:a="http://schemas.openxmlformats.org/drawingml/2006/main">
            <a:off x="781050" y="2495550"/>
            <a:ext cx="5143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i="0">
                <a:solidFill>
                  <a:srgbClr val="292B30"/>
                </a:solidFill>
                <a:latin typeface="Arial"/>
                <a:ea typeface="Arial"/>
                <a:cs typeface="Arial"/>
              </a:defRPr>
            </a:defPPr>
            <a:lvl1pPr>
              <a:defRPr sz="1875" b="1" i="0">
                <a:solidFill>
                  <a:srgbClr val="292B30"/>
                </a:solidFill>
                <a:latin typeface="Arial"/>
                <a:ea typeface="Arial"/>
                <a:cs typeface="Arial"/>
              </a:defRPr>
            </a:lvl1pPr>
            <a:lvl2pPr>
              <a:defRPr sz="1875" b="1" i="0">
                <a:solidFill>
                  <a:srgbClr val="292B30"/>
                </a:solidFill>
                <a:latin typeface="Arial"/>
                <a:ea typeface="Arial"/>
                <a:cs typeface="Arial"/>
              </a:defRPr>
            </a:lvl2pPr>
            <a:lvl3pPr>
              <a:defRPr sz="1875" b="1" i="0">
                <a:solidFill>
                  <a:srgbClr val="292B30"/>
                </a:solidFill>
                <a:latin typeface="Arial"/>
                <a:ea typeface="Arial"/>
                <a:cs typeface="Arial"/>
              </a:defRPr>
            </a:lvl3pPr>
            <a:lvl4pPr>
              <a:defRPr sz="1875" b="1" i="0">
                <a:solidFill>
                  <a:srgbClr val="292B30"/>
                </a:solidFill>
                <a:latin typeface="Arial"/>
                <a:ea typeface="Arial"/>
                <a:cs typeface="Arial"/>
              </a:defRPr>
            </a:lvl4pPr>
            <a:lvl5pPr>
              <a:defRPr sz="1875" b="1" i="0">
                <a:solidFill>
                  <a:srgbClr val="292B30"/>
                </a:solidFill>
                <a:latin typeface="Arial"/>
                <a:ea typeface="Arial"/>
                <a:cs typeface="Arial"/>
              </a:defRPr>
            </a:lvl5pPr>
            <a:lvl6pPr>
              <a:defRPr sz="1875" b="1" i="0">
                <a:solidFill>
                  <a:srgbClr val="292B30"/>
                </a:solidFill>
                <a:latin typeface="Arial"/>
                <a:ea typeface="Arial"/>
                <a:cs typeface="Arial"/>
              </a:defRPr>
            </a:lvl6pPr>
            <a:lvl7pPr>
              <a:defRPr sz="1875" b="1" i="0">
                <a:solidFill>
                  <a:srgbClr val="292B30"/>
                </a:solidFill>
                <a:latin typeface="Arial"/>
                <a:ea typeface="Arial"/>
                <a:cs typeface="Arial"/>
              </a:defRPr>
            </a:lvl7pPr>
            <a:lvl8pPr>
              <a:defRPr sz="1875" b="1" i="0">
                <a:solidFill>
                  <a:srgbClr val="292B30"/>
                </a:solidFill>
                <a:latin typeface="Arial"/>
                <a:ea typeface="Arial"/>
                <a:cs typeface="Arial"/>
              </a:defRPr>
            </a:lvl8pPr>
            <a:lvl9pPr>
              <a:defRPr sz="1875" b="1" i="0">
                <a:solidFill>
                  <a:srgbClr val="292B30"/>
                </a:solidFill>
                <a:latin typeface="Arial"/>
                <a:ea typeface="Arial"/>
                <a:cs typeface="Arial"/>
              </a:defRPr>
            </a:lvl9pPr>
          </a:lstStyle>
          <a:p xmlns:a="http://schemas.openxmlformats.org/drawingml/2006/main">
            <a:pPr>
              <a:defRPr sz="1875" b="1" i="0">
                <a:solidFill>
                  <a:srgbClr val="292B30"/>
                </a:solidFill>
                <a:latin typeface="Arial"/>
                <a:ea typeface="Arial"/>
                <a:cs typeface="Arial"/>
              </a:defRPr>
            </a:pPr>
            <a:r>
              <a:rPr sz="1875" b="1" i="0">
                <a:solidFill>
                  <a:srgbClr val="292B30"/>
                </a:solidFill>
                <a:latin typeface="Arial"/>
                <a:ea typeface="Arial"/>
                <a:cs typeface="Arial"/>
              </a:rPr>
              <a:t>Explainable recommendations</a:t>
            </a:r>
          </a:p>
        </p:txBody>
      </p:sp>
      <p:sp>
        <p:nvSpPr>
          <p:cNvPr id="7" name="text-86">
            <a:extLst xmlns:a="http://schemas.openxmlformats.org/drawingml/2006/main">
              <a:ext uri="{FF2B5EF4-FFF2-40B4-BE49-F238E27FC236}">
                <a16:creationId xmlns:a16="http://schemas.microsoft.com/office/drawing/2014/main" id="{CAD19203-67CD-4CC9-8300-45333F616A02}"/>
              </a:ext>
            </a:extLst>
          </p:cNvPr>
          <p:cNvSpPr>
            <a:spLocks xmlns:a="http://schemas.openxmlformats.org/drawingml/2006/main" noGrp="1"/>
          </p:cNvSpPr>
          <p:nvPr/>
        </p:nvSpPr>
        <p:spPr>
          <a:xfrm xmlns:a="http://schemas.openxmlformats.org/drawingml/2006/main">
            <a:off x="781050" y="2905125"/>
            <a:ext cx="5143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i="0">
                <a:solidFill>
                  <a:srgbClr val="5E5C5B"/>
                </a:solidFill>
                <a:latin typeface="Arial"/>
                <a:ea typeface="Arial"/>
                <a:cs typeface="Arial"/>
              </a:defRPr>
            </a:defPPr>
            <a:lvl1pPr>
              <a:defRPr sz="1725" b="0" i="0">
                <a:solidFill>
                  <a:srgbClr val="5E5C5B"/>
                </a:solidFill>
                <a:latin typeface="Arial"/>
                <a:ea typeface="Arial"/>
                <a:cs typeface="Arial"/>
              </a:defRPr>
            </a:lvl1pPr>
            <a:lvl2pPr>
              <a:defRPr sz="1725" b="0" i="0">
                <a:solidFill>
                  <a:srgbClr val="5E5C5B"/>
                </a:solidFill>
                <a:latin typeface="Arial"/>
                <a:ea typeface="Arial"/>
                <a:cs typeface="Arial"/>
              </a:defRPr>
            </a:lvl2pPr>
            <a:lvl3pPr>
              <a:defRPr sz="1725" b="0" i="0">
                <a:solidFill>
                  <a:srgbClr val="5E5C5B"/>
                </a:solidFill>
                <a:latin typeface="Arial"/>
                <a:ea typeface="Arial"/>
                <a:cs typeface="Arial"/>
              </a:defRPr>
            </a:lvl3pPr>
            <a:lvl4pPr>
              <a:defRPr sz="1725" b="0" i="0">
                <a:solidFill>
                  <a:srgbClr val="5E5C5B"/>
                </a:solidFill>
                <a:latin typeface="Arial"/>
                <a:ea typeface="Arial"/>
                <a:cs typeface="Arial"/>
              </a:defRPr>
            </a:lvl4pPr>
            <a:lvl5pPr>
              <a:defRPr sz="1725" b="0" i="0">
                <a:solidFill>
                  <a:srgbClr val="5E5C5B"/>
                </a:solidFill>
                <a:latin typeface="Arial"/>
                <a:ea typeface="Arial"/>
                <a:cs typeface="Arial"/>
              </a:defRPr>
            </a:lvl5pPr>
            <a:lvl6pPr>
              <a:defRPr sz="1725" b="0" i="0">
                <a:solidFill>
                  <a:srgbClr val="5E5C5B"/>
                </a:solidFill>
                <a:latin typeface="Arial"/>
                <a:ea typeface="Arial"/>
                <a:cs typeface="Arial"/>
              </a:defRPr>
            </a:lvl6pPr>
            <a:lvl7pPr>
              <a:defRPr sz="1725" b="0" i="0">
                <a:solidFill>
                  <a:srgbClr val="5E5C5B"/>
                </a:solidFill>
                <a:latin typeface="Arial"/>
                <a:ea typeface="Arial"/>
                <a:cs typeface="Arial"/>
              </a:defRPr>
            </a:lvl7pPr>
            <a:lvl8pPr>
              <a:defRPr sz="1725" b="0" i="0">
                <a:solidFill>
                  <a:srgbClr val="5E5C5B"/>
                </a:solidFill>
                <a:latin typeface="Arial"/>
                <a:ea typeface="Arial"/>
                <a:cs typeface="Arial"/>
              </a:defRPr>
            </a:lvl8pPr>
            <a:lvl9pPr>
              <a:defRPr sz="1725" b="0" i="0">
                <a:solidFill>
                  <a:srgbClr val="5E5C5B"/>
                </a:solidFill>
                <a:latin typeface="Arial"/>
                <a:ea typeface="Arial"/>
                <a:cs typeface="Arial"/>
              </a:defRPr>
            </a:lvl9pPr>
          </a:lstStyle>
          <a:p xmlns:a="http://schemas.openxmlformats.org/drawingml/2006/main">
            <a:pPr>
              <a:defRPr sz="1725" b="0" i="0">
                <a:solidFill>
                  <a:srgbClr val="5E5C5B"/>
                </a:solidFill>
                <a:latin typeface="Arial"/>
                <a:ea typeface="Arial"/>
                <a:cs typeface="Arial"/>
              </a:defRPr>
            </a:pPr>
            <a:r>
              <a:rPr sz="1725" b="0" i="0">
                <a:solidFill>
                  <a:srgbClr val="5E5C5B"/>
                </a:solidFill>
                <a:latin typeface="Arial"/>
                <a:ea typeface="Arial"/>
                <a:cs typeface="Arial"/>
              </a:rPr>
              <a:t>Each score exposes its inputs,</a:t>
            </a:r>
          </a:p>
          <a:p xmlns:a="http://schemas.openxmlformats.org/drawingml/2006/main">
            <a:pPr>
              <a:defRPr sz="1725" b="0" i="0">
                <a:solidFill>
                  <a:srgbClr val="5E5C5B"/>
                </a:solidFill>
                <a:latin typeface="Arial"/>
                <a:ea typeface="Arial"/>
                <a:cs typeface="Arial"/>
              </a:defRPr>
            </a:pPr>
            <a:r>
              <a:rPr sz="1725" b="0" i="0">
                <a:solidFill>
                  <a:srgbClr val="5E5C5B"/>
                </a:solidFill>
                <a:latin typeface="Arial"/>
                <a:ea typeface="Arial"/>
                <a:cs typeface="Arial"/>
              </a:rPr>
              <a:t>contributions and data sources.</a:t>
            </a:r>
          </a:p>
        </p:txBody>
      </p:sp>
      <p:sp>
        <p:nvSpPr>
          <p:cNvPr id="8" name="text-87">
            <a:extLst xmlns:a="http://schemas.openxmlformats.org/drawingml/2006/main">
              <a:ext uri="{FF2B5EF4-FFF2-40B4-BE49-F238E27FC236}">
                <a16:creationId xmlns:a16="http://schemas.microsoft.com/office/drawing/2014/main" id="{B97EF27A-2A68-45C3-89FC-6A77E53A7CE8}"/>
              </a:ext>
            </a:extLst>
          </p:cNvPr>
          <p:cNvSpPr>
            <a:spLocks xmlns:a="http://schemas.openxmlformats.org/drawingml/2006/main" noGrp="1"/>
          </p:cNvSpPr>
          <p:nvPr/>
        </p:nvSpPr>
        <p:spPr>
          <a:xfrm xmlns:a="http://schemas.openxmlformats.org/drawingml/2006/main">
            <a:off x="781050" y="3648075"/>
            <a:ext cx="5143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i="0">
                <a:solidFill>
                  <a:srgbClr val="292B30"/>
                </a:solidFill>
                <a:latin typeface="Arial"/>
                <a:ea typeface="Arial"/>
                <a:cs typeface="Arial"/>
              </a:defRPr>
            </a:defPPr>
            <a:lvl1pPr>
              <a:defRPr sz="1875" b="1" i="0">
                <a:solidFill>
                  <a:srgbClr val="292B30"/>
                </a:solidFill>
                <a:latin typeface="Arial"/>
                <a:ea typeface="Arial"/>
                <a:cs typeface="Arial"/>
              </a:defRPr>
            </a:lvl1pPr>
            <a:lvl2pPr>
              <a:defRPr sz="1875" b="1" i="0">
                <a:solidFill>
                  <a:srgbClr val="292B30"/>
                </a:solidFill>
                <a:latin typeface="Arial"/>
                <a:ea typeface="Arial"/>
                <a:cs typeface="Arial"/>
              </a:defRPr>
            </a:lvl2pPr>
            <a:lvl3pPr>
              <a:defRPr sz="1875" b="1" i="0">
                <a:solidFill>
                  <a:srgbClr val="292B30"/>
                </a:solidFill>
                <a:latin typeface="Arial"/>
                <a:ea typeface="Arial"/>
                <a:cs typeface="Arial"/>
              </a:defRPr>
            </a:lvl3pPr>
            <a:lvl4pPr>
              <a:defRPr sz="1875" b="1" i="0">
                <a:solidFill>
                  <a:srgbClr val="292B30"/>
                </a:solidFill>
                <a:latin typeface="Arial"/>
                <a:ea typeface="Arial"/>
                <a:cs typeface="Arial"/>
              </a:defRPr>
            </a:lvl4pPr>
            <a:lvl5pPr>
              <a:defRPr sz="1875" b="1" i="0">
                <a:solidFill>
                  <a:srgbClr val="292B30"/>
                </a:solidFill>
                <a:latin typeface="Arial"/>
                <a:ea typeface="Arial"/>
                <a:cs typeface="Arial"/>
              </a:defRPr>
            </a:lvl5pPr>
            <a:lvl6pPr>
              <a:defRPr sz="1875" b="1" i="0">
                <a:solidFill>
                  <a:srgbClr val="292B30"/>
                </a:solidFill>
                <a:latin typeface="Arial"/>
                <a:ea typeface="Arial"/>
                <a:cs typeface="Arial"/>
              </a:defRPr>
            </a:lvl6pPr>
            <a:lvl7pPr>
              <a:defRPr sz="1875" b="1" i="0">
                <a:solidFill>
                  <a:srgbClr val="292B30"/>
                </a:solidFill>
                <a:latin typeface="Arial"/>
                <a:ea typeface="Arial"/>
                <a:cs typeface="Arial"/>
              </a:defRPr>
            </a:lvl7pPr>
            <a:lvl8pPr>
              <a:defRPr sz="1875" b="1" i="0">
                <a:solidFill>
                  <a:srgbClr val="292B30"/>
                </a:solidFill>
                <a:latin typeface="Arial"/>
                <a:ea typeface="Arial"/>
                <a:cs typeface="Arial"/>
              </a:defRPr>
            </a:lvl8pPr>
            <a:lvl9pPr>
              <a:defRPr sz="1875" b="1" i="0">
                <a:solidFill>
                  <a:srgbClr val="292B30"/>
                </a:solidFill>
                <a:latin typeface="Arial"/>
                <a:ea typeface="Arial"/>
                <a:cs typeface="Arial"/>
              </a:defRPr>
            </a:lvl9pPr>
          </a:lstStyle>
          <a:p xmlns:a="http://schemas.openxmlformats.org/drawingml/2006/main">
            <a:pPr>
              <a:defRPr sz="1875" b="1" i="0">
                <a:solidFill>
                  <a:srgbClr val="292B30"/>
                </a:solidFill>
                <a:latin typeface="Arial"/>
                <a:ea typeface="Arial"/>
                <a:cs typeface="Arial"/>
              </a:defRPr>
            </a:pPr>
            <a:r>
              <a:rPr sz="1875" b="1" i="0">
                <a:solidFill>
                  <a:srgbClr val="292B30"/>
                </a:solidFill>
                <a:latin typeface="Arial"/>
                <a:ea typeface="Arial"/>
                <a:cs typeface="Arial"/>
              </a:rPr>
              <a:t>Restoration that can be checked</a:t>
            </a:r>
          </a:p>
        </p:txBody>
      </p:sp>
      <p:sp>
        <p:nvSpPr>
          <p:cNvPr id="9" name="text-88">
            <a:extLst xmlns:a="http://schemas.openxmlformats.org/drawingml/2006/main">
              <a:ext uri="{FF2B5EF4-FFF2-40B4-BE49-F238E27FC236}">
                <a16:creationId xmlns:a16="http://schemas.microsoft.com/office/drawing/2014/main" id="{97E0739C-28FF-4C6E-9115-78D6EE79EB5D}"/>
              </a:ext>
            </a:extLst>
          </p:cNvPr>
          <p:cNvSpPr>
            <a:spLocks xmlns:a="http://schemas.openxmlformats.org/drawingml/2006/main" noGrp="1"/>
          </p:cNvSpPr>
          <p:nvPr/>
        </p:nvSpPr>
        <p:spPr>
          <a:xfrm xmlns:a="http://schemas.openxmlformats.org/drawingml/2006/main">
            <a:off x="781050" y="4057650"/>
            <a:ext cx="5143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i="0">
                <a:solidFill>
                  <a:srgbClr val="5E5C5B"/>
                </a:solidFill>
                <a:latin typeface="Arial"/>
                <a:ea typeface="Arial"/>
                <a:cs typeface="Arial"/>
              </a:defRPr>
            </a:defPPr>
            <a:lvl1pPr>
              <a:defRPr sz="1725" b="0" i="0">
                <a:solidFill>
                  <a:srgbClr val="5E5C5B"/>
                </a:solidFill>
                <a:latin typeface="Arial"/>
                <a:ea typeface="Arial"/>
                <a:cs typeface="Arial"/>
              </a:defRPr>
            </a:lvl1pPr>
            <a:lvl2pPr>
              <a:defRPr sz="1725" b="0" i="0">
                <a:solidFill>
                  <a:srgbClr val="5E5C5B"/>
                </a:solidFill>
                <a:latin typeface="Arial"/>
                <a:ea typeface="Arial"/>
                <a:cs typeface="Arial"/>
              </a:defRPr>
            </a:lvl2pPr>
            <a:lvl3pPr>
              <a:defRPr sz="1725" b="0" i="0">
                <a:solidFill>
                  <a:srgbClr val="5E5C5B"/>
                </a:solidFill>
                <a:latin typeface="Arial"/>
                <a:ea typeface="Arial"/>
                <a:cs typeface="Arial"/>
              </a:defRPr>
            </a:lvl3pPr>
            <a:lvl4pPr>
              <a:defRPr sz="1725" b="0" i="0">
                <a:solidFill>
                  <a:srgbClr val="5E5C5B"/>
                </a:solidFill>
                <a:latin typeface="Arial"/>
                <a:ea typeface="Arial"/>
                <a:cs typeface="Arial"/>
              </a:defRPr>
            </a:lvl4pPr>
            <a:lvl5pPr>
              <a:defRPr sz="1725" b="0" i="0">
                <a:solidFill>
                  <a:srgbClr val="5E5C5B"/>
                </a:solidFill>
                <a:latin typeface="Arial"/>
                <a:ea typeface="Arial"/>
                <a:cs typeface="Arial"/>
              </a:defRPr>
            </a:lvl5pPr>
            <a:lvl6pPr>
              <a:defRPr sz="1725" b="0" i="0">
                <a:solidFill>
                  <a:srgbClr val="5E5C5B"/>
                </a:solidFill>
                <a:latin typeface="Arial"/>
                <a:ea typeface="Arial"/>
                <a:cs typeface="Arial"/>
              </a:defRPr>
            </a:lvl6pPr>
            <a:lvl7pPr>
              <a:defRPr sz="1725" b="0" i="0">
                <a:solidFill>
                  <a:srgbClr val="5E5C5B"/>
                </a:solidFill>
                <a:latin typeface="Arial"/>
                <a:ea typeface="Arial"/>
                <a:cs typeface="Arial"/>
              </a:defRPr>
            </a:lvl7pPr>
            <a:lvl8pPr>
              <a:defRPr sz="1725" b="0" i="0">
                <a:solidFill>
                  <a:srgbClr val="5E5C5B"/>
                </a:solidFill>
                <a:latin typeface="Arial"/>
                <a:ea typeface="Arial"/>
                <a:cs typeface="Arial"/>
              </a:defRPr>
            </a:lvl8pPr>
            <a:lvl9pPr>
              <a:defRPr sz="1725" b="0" i="0">
                <a:solidFill>
                  <a:srgbClr val="5E5C5B"/>
                </a:solidFill>
                <a:latin typeface="Arial"/>
                <a:ea typeface="Arial"/>
                <a:cs typeface="Arial"/>
              </a:defRPr>
            </a:lvl9pPr>
          </a:lstStyle>
          <a:p xmlns:a="http://schemas.openxmlformats.org/drawingml/2006/main">
            <a:pPr>
              <a:defRPr sz="1725" b="0" i="0">
                <a:solidFill>
                  <a:srgbClr val="5E5C5B"/>
                </a:solidFill>
                <a:latin typeface="Arial"/>
                <a:ea typeface="Arial"/>
                <a:cs typeface="Arial"/>
              </a:defRPr>
            </a:pPr>
            <a:r>
              <a:rPr sz="1725" b="0" i="0">
                <a:solidFill>
                  <a:srgbClr val="5E5C5B"/>
                </a:solidFill>
                <a:latin typeface="Arial"/>
                <a:ea typeface="Arial"/>
                <a:cs typeface="Arial"/>
              </a:rPr>
              <a:t>Residual, brightness and position checks</a:t>
            </a:r>
          </a:p>
          <a:p xmlns:a="http://schemas.openxmlformats.org/drawingml/2006/main">
            <a:pPr>
              <a:defRPr sz="1725" b="0" i="0">
                <a:solidFill>
                  <a:srgbClr val="5E5C5B"/>
                </a:solidFill>
                <a:latin typeface="Arial"/>
                <a:ea typeface="Arial"/>
                <a:cs typeface="Arial"/>
              </a:defRPr>
            </a:pPr>
            <a:r>
              <a:rPr sz="1725" b="0" i="0">
                <a:solidFill>
                  <a:srgbClr val="5E5C5B"/>
                </a:solidFill>
                <a:latin typeface="Arial"/>
                <a:ea typeface="Arial"/>
                <a:cs typeface="Arial"/>
              </a:rPr>
              <a:t>help identify unsupported changes.</a:t>
            </a:r>
          </a:p>
        </p:txBody>
      </p:sp>
      <p:sp>
        <p:nvSpPr>
          <p:cNvPr id="10" name="text-89">
            <a:extLst xmlns:a="http://schemas.openxmlformats.org/drawingml/2006/main">
              <a:ext uri="{FF2B5EF4-FFF2-40B4-BE49-F238E27FC236}">
                <a16:creationId xmlns:a16="http://schemas.microsoft.com/office/drawing/2014/main" id="{489F52C5-06F4-42AA-9B84-512B98B7035B}"/>
              </a:ext>
            </a:extLst>
          </p:cNvPr>
          <p:cNvSpPr>
            <a:spLocks xmlns:a="http://schemas.openxmlformats.org/drawingml/2006/main" noGrp="1"/>
          </p:cNvSpPr>
          <p:nvPr/>
        </p:nvSpPr>
        <p:spPr>
          <a:xfrm xmlns:a="http://schemas.openxmlformats.org/drawingml/2006/main">
            <a:off x="781050" y="4800600"/>
            <a:ext cx="5143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i="0">
                <a:solidFill>
                  <a:srgbClr val="292B30"/>
                </a:solidFill>
                <a:latin typeface="Arial"/>
                <a:ea typeface="Arial"/>
                <a:cs typeface="Arial"/>
              </a:defRPr>
            </a:defPPr>
            <a:lvl1pPr>
              <a:defRPr sz="1875" b="1" i="0">
                <a:solidFill>
                  <a:srgbClr val="292B30"/>
                </a:solidFill>
                <a:latin typeface="Arial"/>
                <a:ea typeface="Arial"/>
                <a:cs typeface="Arial"/>
              </a:defRPr>
            </a:lvl1pPr>
            <a:lvl2pPr>
              <a:defRPr sz="1875" b="1" i="0">
                <a:solidFill>
                  <a:srgbClr val="292B30"/>
                </a:solidFill>
                <a:latin typeface="Arial"/>
                <a:ea typeface="Arial"/>
                <a:cs typeface="Arial"/>
              </a:defRPr>
            </a:lvl2pPr>
            <a:lvl3pPr>
              <a:defRPr sz="1875" b="1" i="0">
                <a:solidFill>
                  <a:srgbClr val="292B30"/>
                </a:solidFill>
                <a:latin typeface="Arial"/>
                <a:ea typeface="Arial"/>
                <a:cs typeface="Arial"/>
              </a:defRPr>
            </a:lvl3pPr>
            <a:lvl4pPr>
              <a:defRPr sz="1875" b="1" i="0">
                <a:solidFill>
                  <a:srgbClr val="292B30"/>
                </a:solidFill>
                <a:latin typeface="Arial"/>
                <a:ea typeface="Arial"/>
                <a:cs typeface="Arial"/>
              </a:defRPr>
            </a:lvl4pPr>
            <a:lvl5pPr>
              <a:defRPr sz="1875" b="1" i="0">
                <a:solidFill>
                  <a:srgbClr val="292B30"/>
                </a:solidFill>
                <a:latin typeface="Arial"/>
                <a:ea typeface="Arial"/>
                <a:cs typeface="Arial"/>
              </a:defRPr>
            </a:lvl5pPr>
            <a:lvl6pPr>
              <a:defRPr sz="1875" b="1" i="0">
                <a:solidFill>
                  <a:srgbClr val="292B30"/>
                </a:solidFill>
                <a:latin typeface="Arial"/>
                <a:ea typeface="Arial"/>
                <a:cs typeface="Arial"/>
              </a:defRPr>
            </a:lvl6pPr>
            <a:lvl7pPr>
              <a:defRPr sz="1875" b="1" i="0">
                <a:solidFill>
                  <a:srgbClr val="292B30"/>
                </a:solidFill>
                <a:latin typeface="Arial"/>
                <a:ea typeface="Arial"/>
                <a:cs typeface="Arial"/>
              </a:defRPr>
            </a:lvl7pPr>
            <a:lvl8pPr>
              <a:defRPr sz="1875" b="1" i="0">
                <a:solidFill>
                  <a:srgbClr val="292B30"/>
                </a:solidFill>
                <a:latin typeface="Arial"/>
                <a:ea typeface="Arial"/>
                <a:cs typeface="Arial"/>
              </a:defRPr>
            </a:lvl8pPr>
            <a:lvl9pPr>
              <a:defRPr sz="1875" b="1" i="0">
                <a:solidFill>
                  <a:srgbClr val="292B30"/>
                </a:solidFill>
                <a:latin typeface="Arial"/>
                <a:ea typeface="Arial"/>
                <a:cs typeface="Arial"/>
              </a:defRPr>
            </a:lvl9pPr>
          </a:lstStyle>
          <a:p xmlns:a="http://schemas.openxmlformats.org/drawingml/2006/main">
            <a:pPr>
              <a:defRPr sz="1875" b="1" i="0">
                <a:solidFill>
                  <a:srgbClr val="292B30"/>
                </a:solidFill>
                <a:latin typeface="Arial"/>
                <a:ea typeface="Arial"/>
                <a:cs typeface="Arial"/>
              </a:defRPr>
            </a:pPr>
            <a:r>
              <a:rPr sz="1875" b="1" i="0">
                <a:solidFill>
                  <a:srgbClr val="292B30"/>
                </a:solidFill>
                <a:latin typeface="Arial"/>
                <a:ea typeface="Arial"/>
                <a:cs typeface="Arial"/>
              </a:rPr>
              <a:t>One shared sky</a:t>
            </a:r>
          </a:p>
        </p:txBody>
      </p:sp>
      <p:sp>
        <p:nvSpPr>
          <p:cNvPr id="11" name="text-90">
            <a:extLst xmlns:a="http://schemas.openxmlformats.org/drawingml/2006/main">
              <a:ext uri="{FF2B5EF4-FFF2-40B4-BE49-F238E27FC236}">
                <a16:creationId xmlns:a16="http://schemas.microsoft.com/office/drawing/2014/main" id="{7E6BEC86-9E03-4AA9-B7C6-57B4EEF9E072}"/>
              </a:ext>
            </a:extLst>
          </p:cNvPr>
          <p:cNvSpPr>
            <a:spLocks xmlns:a="http://schemas.openxmlformats.org/drawingml/2006/main" noGrp="1"/>
          </p:cNvSpPr>
          <p:nvPr/>
        </p:nvSpPr>
        <p:spPr>
          <a:xfrm xmlns:a="http://schemas.openxmlformats.org/drawingml/2006/main">
            <a:off x="781050" y="5210175"/>
            <a:ext cx="5143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i="0">
                <a:solidFill>
                  <a:srgbClr val="5E5C5B"/>
                </a:solidFill>
                <a:latin typeface="Arial"/>
                <a:ea typeface="Arial"/>
                <a:cs typeface="Arial"/>
              </a:defRPr>
            </a:defPPr>
            <a:lvl1pPr>
              <a:defRPr sz="1725" b="0" i="0">
                <a:solidFill>
                  <a:srgbClr val="5E5C5B"/>
                </a:solidFill>
                <a:latin typeface="Arial"/>
                <a:ea typeface="Arial"/>
                <a:cs typeface="Arial"/>
              </a:defRPr>
            </a:lvl1pPr>
            <a:lvl2pPr>
              <a:defRPr sz="1725" b="0" i="0">
                <a:solidFill>
                  <a:srgbClr val="5E5C5B"/>
                </a:solidFill>
                <a:latin typeface="Arial"/>
                <a:ea typeface="Arial"/>
                <a:cs typeface="Arial"/>
              </a:defRPr>
            </a:lvl2pPr>
            <a:lvl3pPr>
              <a:defRPr sz="1725" b="0" i="0">
                <a:solidFill>
                  <a:srgbClr val="5E5C5B"/>
                </a:solidFill>
                <a:latin typeface="Arial"/>
                <a:ea typeface="Arial"/>
                <a:cs typeface="Arial"/>
              </a:defRPr>
            </a:lvl3pPr>
            <a:lvl4pPr>
              <a:defRPr sz="1725" b="0" i="0">
                <a:solidFill>
                  <a:srgbClr val="5E5C5B"/>
                </a:solidFill>
                <a:latin typeface="Arial"/>
                <a:ea typeface="Arial"/>
                <a:cs typeface="Arial"/>
              </a:defRPr>
            </a:lvl4pPr>
            <a:lvl5pPr>
              <a:defRPr sz="1725" b="0" i="0">
                <a:solidFill>
                  <a:srgbClr val="5E5C5B"/>
                </a:solidFill>
                <a:latin typeface="Arial"/>
                <a:ea typeface="Arial"/>
                <a:cs typeface="Arial"/>
              </a:defRPr>
            </a:lvl5pPr>
            <a:lvl6pPr>
              <a:defRPr sz="1725" b="0" i="0">
                <a:solidFill>
                  <a:srgbClr val="5E5C5B"/>
                </a:solidFill>
                <a:latin typeface="Arial"/>
                <a:ea typeface="Arial"/>
                <a:cs typeface="Arial"/>
              </a:defRPr>
            </a:lvl6pPr>
            <a:lvl7pPr>
              <a:defRPr sz="1725" b="0" i="0">
                <a:solidFill>
                  <a:srgbClr val="5E5C5B"/>
                </a:solidFill>
                <a:latin typeface="Arial"/>
                <a:ea typeface="Arial"/>
                <a:cs typeface="Arial"/>
              </a:defRPr>
            </a:lvl7pPr>
            <a:lvl8pPr>
              <a:defRPr sz="1725" b="0" i="0">
                <a:solidFill>
                  <a:srgbClr val="5E5C5B"/>
                </a:solidFill>
                <a:latin typeface="Arial"/>
                <a:ea typeface="Arial"/>
                <a:cs typeface="Arial"/>
              </a:defRPr>
            </a:lvl8pPr>
            <a:lvl9pPr>
              <a:defRPr sz="1725" b="0" i="0">
                <a:solidFill>
                  <a:srgbClr val="5E5C5B"/>
                </a:solidFill>
                <a:latin typeface="Arial"/>
                <a:ea typeface="Arial"/>
                <a:cs typeface="Arial"/>
              </a:defRPr>
            </a:lvl9pPr>
          </a:lstStyle>
          <a:p xmlns:a="http://schemas.openxmlformats.org/drawingml/2006/main">
            <a:pPr>
              <a:defRPr sz="1725" b="0" i="0">
                <a:solidFill>
                  <a:srgbClr val="5E5C5B"/>
                </a:solidFill>
                <a:latin typeface="Arial"/>
                <a:ea typeface="Arial"/>
                <a:cs typeface="Arial"/>
              </a:defRPr>
            </a:pPr>
            <a:r>
              <a:rPr sz="1725" b="0" i="0">
                <a:solidFill>
                  <a:srgbClr val="5E5C5B"/>
                </a:solidFill>
                <a:latin typeface="Arial"/>
                <a:ea typeface="Arial"/>
                <a:cs typeface="Arial"/>
              </a:rPr>
              <a:t>The time control connects sky positions,</a:t>
            </a:r>
          </a:p>
          <a:p xmlns:a="http://schemas.openxmlformats.org/drawingml/2006/main">
            <a:pPr>
              <a:defRPr sz="1725" b="0" i="0">
                <a:solidFill>
                  <a:srgbClr val="5E5C5B"/>
                </a:solidFill>
                <a:latin typeface="Arial"/>
                <a:ea typeface="Arial"/>
                <a:cs typeface="Arial"/>
              </a:defRPr>
            </a:pPr>
            <a:r>
              <a:rPr sz="1725" b="0" i="0">
                <a:solidFill>
                  <a:srgbClr val="5E5C5B"/>
                </a:solidFill>
                <a:latin typeface="Arial"/>
                <a:ea typeface="Arial"/>
                <a:cs typeface="Arial"/>
              </a:rPr>
              <a:t>events and observing conditions.</a:t>
            </a:r>
          </a:p>
        </p:txBody>
      </p:sp>
      <p:sp>
        <p:nvSpPr>
          <p:cNvPr id="12" name="text-91">
            <a:extLst xmlns:a="http://schemas.openxmlformats.org/drawingml/2006/main">
              <a:ext uri="{FF2B5EF4-FFF2-40B4-BE49-F238E27FC236}">
                <a16:creationId xmlns:a16="http://schemas.microsoft.com/office/drawing/2014/main" id="{937677C0-9B55-4077-B999-7AE4EBE7B559}"/>
              </a:ext>
            </a:extLst>
          </p:cNvPr>
          <p:cNvSpPr>
            <a:spLocks xmlns:a="http://schemas.openxmlformats.org/drawingml/2006/main" noGrp="1"/>
          </p:cNvSpPr>
          <p:nvPr/>
        </p:nvSpPr>
        <p:spPr>
          <a:xfrm xmlns:a="http://schemas.openxmlformats.org/drawingml/2006/main">
            <a:off x="6429375" y="2495550"/>
            <a:ext cx="4572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i="0">
                <a:solidFill>
                  <a:srgbClr val="292B30"/>
                </a:solidFill>
                <a:latin typeface="Arial"/>
                <a:ea typeface="Arial"/>
                <a:cs typeface="Arial"/>
              </a:defRPr>
            </a:defPPr>
            <a:lvl1pPr>
              <a:defRPr sz="1875" b="1" i="0">
                <a:solidFill>
                  <a:srgbClr val="292B30"/>
                </a:solidFill>
                <a:latin typeface="Arial"/>
                <a:ea typeface="Arial"/>
                <a:cs typeface="Arial"/>
              </a:defRPr>
            </a:lvl1pPr>
            <a:lvl2pPr>
              <a:defRPr sz="1875" b="1" i="0">
                <a:solidFill>
                  <a:srgbClr val="292B30"/>
                </a:solidFill>
                <a:latin typeface="Arial"/>
                <a:ea typeface="Arial"/>
                <a:cs typeface="Arial"/>
              </a:defRPr>
            </a:lvl2pPr>
            <a:lvl3pPr>
              <a:defRPr sz="1875" b="1" i="0">
                <a:solidFill>
                  <a:srgbClr val="292B30"/>
                </a:solidFill>
                <a:latin typeface="Arial"/>
                <a:ea typeface="Arial"/>
                <a:cs typeface="Arial"/>
              </a:defRPr>
            </a:lvl3pPr>
            <a:lvl4pPr>
              <a:defRPr sz="1875" b="1" i="0">
                <a:solidFill>
                  <a:srgbClr val="292B30"/>
                </a:solidFill>
                <a:latin typeface="Arial"/>
                <a:ea typeface="Arial"/>
                <a:cs typeface="Arial"/>
              </a:defRPr>
            </a:lvl4pPr>
            <a:lvl5pPr>
              <a:defRPr sz="1875" b="1" i="0">
                <a:solidFill>
                  <a:srgbClr val="292B30"/>
                </a:solidFill>
                <a:latin typeface="Arial"/>
                <a:ea typeface="Arial"/>
                <a:cs typeface="Arial"/>
              </a:defRPr>
            </a:lvl5pPr>
            <a:lvl6pPr>
              <a:defRPr sz="1875" b="1" i="0">
                <a:solidFill>
                  <a:srgbClr val="292B30"/>
                </a:solidFill>
                <a:latin typeface="Arial"/>
                <a:ea typeface="Arial"/>
                <a:cs typeface="Arial"/>
              </a:defRPr>
            </a:lvl6pPr>
            <a:lvl7pPr>
              <a:defRPr sz="1875" b="1" i="0">
                <a:solidFill>
                  <a:srgbClr val="292B30"/>
                </a:solidFill>
                <a:latin typeface="Arial"/>
                <a:ea typeface="Arial"/>
                <a:cs typeface="Arial"/>
              </a:defRPr>
            </a:lvl7pPr>
            <a:lvl8pPr>
              <a:defRPr sz="1875" b="1" i="0">
                <a:solidFill>
                  <a:srgbClr val="292B30"/>
                </a:solidFill>
                <a:latin typeface="Arial"/>
                <a:ea typeface="Arial"/>
                <a:cs typeface="Arial"/>
              </a:defRPr>
            </a:lvl8pPr>
            <a:lvl9pPr>
              <a:defRPr sz="1875" b="1" i="0">
                <a:solidFill>
                  <a:srgbClr val="292B30"/>
                </a:solidFill>
                <a:latin typeface="Arial"/>
                <a:ea typeface="Arial"/>
                <a:cs typeface="Arial"/>
              </a:defRPr>
            </a:lvl9pPr>
          </a:lstStyle>
          <a:p xmlns:a="http://schemas.openxmlformats.org/drawingml/2006/main">
            <a:pPr>
              <a:defRPr sz="1875" b="1" i="0">
                <a:solidFill>
                  <a:srgbClr val="292B30"/>
                </a:solidFill>
                <a:latin typeface="Arial"/>
                <a:ea typeface="Arial"/>
                <a:cs typeface="Arial"/>
              </a:defRPr>
            </a:pPr>
            <a:r>
              <a:rPr sz="1875" b="1" i="0">
                <a:solidFill>
                  <a:srgbClr val="292B30"/>
                </a:solidFill>
                <a:latin typeface="Arial"/>
                <a:ea typeface="Arial"/>
                <a:cs typeface="Arial"/>
              </a:rPr>
              <a:t>Beginners</a:t>
            </a:r>
          </a:p>
        </p:txBody>
      </p:sp>
      <p:sp>
        <p:nvSpPr>
          <p:cNvPr id="13" name="text-92">
            <a:extLst xmlns:a="http://schemas.openxmlformats.org/drawingml/2006/main">
              <a:ext uri="{FF2B5EF4-FFF2-40B4-BE49-F238E27FC236}">
                <a16:creationId xmlns:a16="http://schemas.microsoft.com/office/drawing/2014/main" id="{680021F2-5F1D-4E8E-9D8A-452AD1C4BC8A}"/>
              </a:ext>
            </a:extLst>
          </p:cNvPr>
          <p:cNvSpPr>
            <a:spLocks xmlns:a="http://schemas.openxmlformats.org/drawingml/2006/main" noGrp="1"/>
          </p:cNvSpPr>
          <p:nvPr/>
        </p:nvSpPr>
        <p:spPr>
          <a:xfrm xmlns:a="http://schemas.openxmlformats.org/drawingml/2006/main">
            <a:off x="6429375" y="2905125"/>
            <a:ext cx="4572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i="0">
                <a:solidFill>
                  <a:srgbClr val="5E5C5B"/>
                </a:solidFill>
                <a:latin typeface="Arial"/>
                <a:ea typeface="Arial"/>
                <a:cs typeface="Arial"/>
              </a:defRPr>
            </a:defPPr>
            <a:lvl1pPr>
              <a:defRPr sz="1725" b="0" i="0">
                <a:solidFill>
                  <a:srgbClr val="5E5C5B"/>
                </a:solidFill>
                <a:latin typeface="Arial"/>
                <a:ea typeface="Arial"/>
                <a:cs typeface="Arial"/>
              </a:defRPr>
            </a:lvl1pPr>
            <a:lvl2pPr>
              <a:defRPr sz="1725" b="0" i="0">
                <a:solidFill>
                  <a:srgbClr val="5E5C5B"/>
                </a:solidFill>
                <a:latin typeface="Arial"/>
                <a:ea typeface="Arial"/>
                <a:cs typeface="Arial"/>
              </a:defRPr>
            </a:lvl2pPr>
            <a:lvl3pPr>
              <a:defRPr sz="1725" b="0" i="0">
                <a:solidFill>
                  <a:srgbClr val="5E5C5B"/>
                </a:solidFill>
                <a:latin typeface="Arial"/>
                <a:ea typeface="Arial"/>
                <a:cs typeface="Arial"/>
              </a:defRPr>
            </a:lvl3pPr>
            <a:lvl4pPr>
              <a:defRPr sz="1725" b="0" i="0">
                <a:solidFill>
                  <a:srgbClr val="5E5C5B"/>
                </a:solidFill>
                <a:latin typeface="Arial"/>
                <a:ea typeface="Arial"/>
                <a:cs typeface="Arial"/>
              </a:defRPr>
            </a:lvl4pPr>
            <a:lvl5pPr>
              <a:defRPr sz="1725" b="0" i="0">
                <a:solidFill>
                  <a:srgbClr val="5E5C5B"/>
                </a:solidFill>
                <a:latin typeface="Arial"/>
                <a:ea typeface="Arial"/>
                <a:cs typeface="Arial"/>
              </a:defRPr>
            </a:lvl5pPr>
            <a:lvl6pPr>
              <a:defRPr sz="1725" b="0" i="0">
                <a:solidFill>
                  <a:srgbClr val="5E5C5B"/>
                </a:solidFill>
                <a:latin typeface="Arial"/>
                <a:ea typeface="Arial"/>
                <a:cs typeface="Arial"/>
              </a:defRPr>
            </a:lvl6pPr>
            <a:lvl7pPr>
              <a:defRPr sz="1725" b="0" i="0">
                <a:solidFill>
                  <a:srgbClr val="5E5C5B"/>
                </a:solidFill>
                <a:latin typeface="Arial"/>
                <a:ea typeface="Arial"/>
                <a:cs typeface="Arial"/>
              </a:defRPr>
            </a:lvl7pPr>
            <a:lvl8pPr>
              <a:defRPr sz="1725" b="0" i="0">
                <a:solidFill>
                  <a:srgbClr val="5E5C5B"/>
                </a:solidFill>
                <a:latin typeface="Arial"/>
                <a:ea typeface="Arial"/>
                <a:cs typeface="Arial"/>
              </a:defRPr>
            </a:lvl8pPr>
            <a:lvl9pPr>
              <a:defRPr sz="1725" b="0" i="0">
                <a:solidFill>
                  <a:srgbClr val="5E5C5B"/>
                </a:solidFill>
                <a:latin typeface="Arial"/>
                <a:ea typeface="Arial"/>
                <a:cs typeface="Arial"/>
              </a:defRPr>
            </a:lvl9pPr>
          </a:lstStyle>
          <a:p xmlns:a="http://schemas.openxmlformats.org/drawingml/2006/main">
            <a:pPr>
              <a:defRPr sz="1725" b="0" i="0">
                <a:solidFill>
                  <a:srgbClr val="5E5C5B"/>
                </a:solidFill>
                <a:latin typeface="Arial"/>
                <a:ea typeface="Arial"/>
                <a:cs typeface="Arial"/>
              </a:defRPr>
            </a:pPr>
            <a:r>
              <a:rPr sz="1725" b="0" i="0">
                <a:solidFill>
                  <a:srgbClr val="5E5C5B"/>
                </a:solidFill>
                <a:latin typeface="Arial"/>
                <a:ea typeface="Arial"/>
                <a:cs typeface="Arial"/>
              </a:rPr>
              <a:t>Less manual cross-checking before</a:t>
            </a:r>
          </a:p>
          <a:p xmlns:a="http://schemas.openxmlformats.org/drawingml/2006/main">
            <a:pPr>
              <a:defRPr sz="1725" b="0" i="0">
                <a:solidFill>
                  <a:srgbClr val="5E5C5B"/>
                </a:solidFill>
                <a:latin typeface="Arial"/>
                <a:ea typeface="Arial"/>
                <a:cs typeface="Arial"/>
              </a:defRPr>
            </a:pPr>
            <a:r>
              <a:rPr sz="1725" b="0" i="0">
                <a:solidFill>
                  <a:srgbClr val="5E5C5B"/>
                </a:solidFill>
                <a:latin typeface="Arial"/>
                <a:ea typeface="Arial"/>
                <a:cs typeface="Arial"/>
              </a:rPr>
              <a:t>an observing trip.</a:t>
            </a:r>
          </a:p>
        </p:txBody>
      </p:sp>
      <p:sp>
        <p:nvSpPr>
          <p:cNvPr id="14" name="text-93">
            <a:extLst xmlns:a="http://schemas.openxmlformats.org/drawingml/2006/main">
              <a:ext uri="{FF2B5EF4-FFF2-40B4-BE49-F238E27FC236}">
                <a16:creationId xmlns:a16="http://schemas.microsoft.com/office/drawing/2014/main" id="{B6DF0780-119F-4553-B4DF-ED777DE265C2}"/>
              </a:ext>
            </a:extLst>
          </p:cNvPr>
          <p:cNvSpPr>
            <a:spLocks xmlns:a="http://schemas.openxmlformats.org/drawingml/2006/main" noGrp="1"/>
          </p:cNvSpPr>
          <p:nvPr/>
        </p:nvSpPr>
        <p:spPr>
          <a:xfrm xmlns:a="http://schemas.openxmlformats.org/drawingml/2006/main">
            <a:off x="6429375" y="3648075"/>
            <a:ext cx="4572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i="0">
                <a:solidFill>
                  <a:srgbClr val="292B30"/>
                </a:solidFill>
                <a:latin typeface="Arial"/>
                <a:ea typeface="Arial"/>
                <a:cs typeface="Arial"/>
              </a:defRPr>
            </a:defPPr>
            <a:lvl1pPr>
              <a:defRPr sz="1875" b="1" i="0">
                <a:solidFill>
                  <a:srgbClr val="292B30"/>
                </a:solidFill>
                <a:latin typeface="Arial"/>
                <a:ea typeface="Arial"/>
                <a:cs typeface="Arial"/>
              </a:defRPr>
            </a:lvl1pPr>
            <a:lvl2pPr>
              <a:defRPr sz="1875" b="1" i="0">
                <a:solidFill>
                  <a:srgbClr val="292B30"/>
                </a:solidFill>
                <a:latin typeface="Arial"/>
                <a:ea typeface="Arial"/>
                <a:cs typeface="Arial"/>
              </a:defRPr>
            </a:lvl2pPr>
            <a:lvl3pPr>
              <a:defRPr sz="1875" b="1" i="0">
                <a:solidFill>
                  <a:srgbClr val="292B30"/>
                </a:solidFill>
                <a:latin typeface="Arial"/>
                <a:ea typeface="Arial"/>
                <a:cs typeface="Arial"/>
              </a:defRPr>
            </a:lvl3pPr>
            <a:lvl4pPr>
              <a:defRPr sz="1875" b="1" i="0">
                <a:solidFill>
                  <a:srgbClr val="292B30"/>
                </a:solidFill>
                <a:latin typeface="Arial"/>
                <a:ea typeface="Arial"/>
                <a:cs typeface="Arial"/>
              </a:defRPr>
            </a:lvl4pPr>
            <a:lvl5pPr>
              <a:defRPr sz="1875" b="1" i="0">
                <a:solidFill>
                  <a:srgbClr val="292B30"/>
                </a:solidFill>
                <a:latin typeface="Arial"/>
                <a:ea typeface="Arial"/>
                <a:cs typeface="Arial"/>
              </a:defRPr>
            </a:lvl5pPr>
            <a:lvl6pPr>
              <a:defRPr sz="1875" b="1" i="0">
                <a:solidFill>
                  <a:srgbClr val="292B30"/>
                </a:solidFill>
                <a:latin typeface="Arial"/>
                <a:ea typeface="Arial"/>
                <a:cs typeface="Arial"/>
              </a:defRPr>
            </a:lvl6pPr>
            <a:lvl7pPr>
              <a:defRPr sz="1875" b="1" i="0">
                <a:solidFill>
                  <a:srgbClr val="292B30"/>
                </a:solidFill>
                <a:latin typeface="Arial"/>
                <a:ea typeface="Arial"/>
                <a:cs typeface="Arial"/>
              </a:defRPr>
            </a:lvl7pPr>
            <a:lvl8pPr>
              <a:defRPr sz="1875" b="1" i="0">
                <a:solidFill>
                  <a:srgbClr val="292B30"/>
                </a:solidFill>
                <a:latin typeface="Arial"/>
                <a:ea typeface="Arial"/>
                <a:cs typeface="Arial"/>
              </a:defRPr>
            </a:lvl8pPr>
            <a:lvl9pPr>
              <a:defRPr sz="1875" b="1" i="0">
                <a:solidFill>
                  <a:srgbClr val="292B30"/>
                </a:solidFill>
                <a:latin typeface="Arial"/>
                <a:ea typeface="Arial"/>
                <a:cs typeface="Arial"/>
              </a:defRPr>
            </a:lvl9pPr>
          </a:lstStyle>
          <a:p xmlns:a="http://schemas.openxmlformats.org/drawingml/2006/main">
            <a:pPr>
              <a:defRPr sz="1875" b="1" i="0">
                <a:solidFill>
                  <a:srgbClr val="292B30"/>
                </a:solidFill>
                <a:latin typeface="Arial"/>
                <a:ea typeface="Arial"/>
                <a:cs typeface="Arial"/>
              </a:defRPr>
            </a:pPr>
            <a:r>
              <a:rPr sz="1875" b="1" i="0">
                <a:solidFill>
                  <a:srgbClr val="292B30"/>
                </a:solidFill>
                <a:latin typeface="Arial"/>
                <a:ea typeface="Arial"/>
                <a:cs typeface="Arial"/>
              </a:rPr>
              <a:t>Astronomy clubs</a:t>
            </a:r>
          </a:p>
        </p:txBody>
      </p:sp>
      <p:sp>
        <p:nvSpPr>
          <p:cNvPr id="15" name="text-94">
            <a:extLst xmlns:a="http://schemas.openxmlformats.org/drawingml/2006/main">
              <a:ext uri="{FF2B5EF4-FFF2-40B4-BE49-F238E27FC236}">
                <a16:creationId xmlns:a16="http://schemas.microsoft.com/office/drawing/2014/main" id="{0819953B-B243-4C90-B776-9ED49B440837}"/>
              </a:ext>
            </a:extLst>
          </p:cNvPr>
          <p:cNvSpPr>
            <a:spLocks xmlns:a="http://schemas.openxmlformats.org/drawingml/2006/main" noGrp="1"/>
          </p:cNvSpPr>
          <p:nvPr/>
        </p:nvSpPr>
        <p:spPr>
          <a:xfrm xmlns:a="http://schemas.openxmlformats.org/drawingml/2006/main">
            <a:off x="6429375" y="4057650"/>
            <a:ext cx="4572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i="0">
                <a:solidFill>
                  <a:srgbClr val="5E5C5B"/>
                </a:solidFill>
                <a:latin typeface="Arial"/>
                <a:ea typeface="Arial"/>
                <a:cs typeface="Arial"/>
              </a:defRPr>
            </a:defPPr>
            <a:lvl1pPr>
              <a:defRPr sz="1725" b="0" i="0">
                <a:solidFill>
                  <a:srgbClr val="5E5C5B"/>
                </a:solidFill>
                <a:latin typeface="Arial"/>
                <a:ea typeface="Arial"/>
                <a:cs typeface="Arial"/>
              </a:defRPr>
            </a:lvl1pPr>
            <a:lvl2pPr>
              <a:defRPr sz="1725" b="0" i="0">
                <a:solidFill>
                  <a:srgbClr val="5E5C5B"/>
                </a:solidFill>
                <a:latin typeface="Arial"/>
                <a:ea typeface="Arial"/>
                <a:cs typeface="Arial"/>
              </a:defRPr>
            </a:lvl2pPr>
            <a:lvl3pPr>
              <a:defRPr sz="1725" b="0" i="0">
                <a:solidFill>
                  <a:srgbClr val="5E5C5B"/>
                </a:solidFill>
                <a:latin typeface="Arial"/>
                <a:ea typeface="Arial"/>
                <a:cs typeface="Arial"/>
              </a:defRPr>
            </a:lvl3pPr>
            <a:lvl4pPr>
              <a:defRPr sz="1725" b="0" i="0">
                <a:solidFill>
                  <a:srgbClr val="5E5C5B"/>
                </a:solidFill>
                <a:latin typeface="Arial"/>
                <a:ea typeface="Arial"/>
                <a:cs typeface="Arial"/>
              </a:defRPr>
            </a:lvl4pPr>
            <a:lvl5pPr>
              <a:defRPr sz="1725" b="0" i="0">
                <a:solidFill>
                  <a:srgbClr val="5E5C5B"/>
                </a:solidFill>
                <a:latin typeface="Arial"/>
                <a:ea typeface="Arial"/>
                <a:cs typeface="Arial"/>
              </a:defRPr>
            </a:lvl5pPr>
            <a:lvl6pPr>
              <a:defRPr sz="1725" b="0" i="0">
                <a:solidFill>
                  <a:srgbClr val="5E5C5B"/>
                </a:solidFill>
                <a:latin typeface="Arial"/>
                <a:ea typeface="Arial"/>
                <a:cs typeface="Arial"/>
              </a:defRPr>
            </a:lvl6pPr>
            <a:lvl7pPr>
              <a:defRPr sz="1725" b="0" i="0">
                <a:solidFill>
                  <a:srgbClr val="5E5C5B"/>
                </a:solidFill>
                <a:latin typeface="Arial"/>
                <a:ea typeface="Arial"/>
                <a:cs typeface="Arial"/>
              </a:defRPr>
            </a:lvl7pPr>
            <a:lvl8pPr>
              <a:defRPr sz="1725" b="0" i="0">
                <a:solidFill>
                  <a:srgbClr val="5E5C5B"/>
                </a:solidFill>
                <a:latin typeface="Arial"/>
                <a:ea typeface="Arial"/>
                <a:cs typeface="Arial"/>
              </a:defRPr>
            </a:lvl8pPr>
            <a:lvl9pPr>
              <a:defRPr sz="1725" b="0" i="0">
                <a:solidFill>
                  <a:srgbClr val="5E5C5B"/>
                </a:solidFill>
                <a:latin typeface="Arial"/>
                <a:ea typeface="Arial"/>
                <a:cs typeface="Arial"/>
              </a:defRPr>
            </a:lvl9pPr>
          </a:lstStyle>
          <a:p xmlns:a="http://schemas.openxmlformats.org/drawingml/2006/main">
            <a:pPr>
              <a:defRPr sz="1725" b="0" i="0">
                <a:solidFill>
                  <a:srgbClr val="5E5C5B"/>
                </a:solidFill>
                <a:latin typeface="Arial"/>
                <a:ea typeface="Arial"/>
                <a:cs typeface="Arial"/>
              </a:defRPr>
            </a:pPr>
            <a:r>
              <a:rPr sz="1725" b="0" i="0">
                <a:solidFill>
                  <a:srgbClr val="5E5C5B"/>
                </a:solidFill>
                <a:latin typeface="Arial"/>
                <a:ea typeface="Arial"/>
                <a:cs typeface="Arial"/>
              </a:rPr>
              <a:t>A common local plan for</a:t>
            </a:r>
          </a:p>
          <a:p xmlns:a="http://schemas.openxmlformats.org/drawingml/2006/main">
            <a:pPr>
              <a:defRPr sz="1725" b="0" i="0">
                <a:solidFill>
                  <a:srgbClr val="5E5C5B"/>
                </a:solidFill>
                <a:latin typeface="Arial"/>
                <a:ea typeface="Arial"/>
                <a:cs typeface="Arial"/>
              </a:defRPr>
            </a:pPr>
            <a:r>
              <a:rPr sz="1725" b="0" i="0">
                <a:solidFill>
                  <a:srgbClr val="5E5C5B"/>
                </a:solidFill>
                <a:latin typeface="Arial"/>
                <a:ea typeface="Arial"/>
                <a:cs typeface="Arial"/>
              </a:rPr>
              <a:t>group observing sessions.</a:t>
            </a:r>
          </a:p>
        </p:txBody>
      </p:sp>
      <p:sp>
        <p:nvSpPr>
          <p:cNvPr id="16" name="text-95">
            <a:extLst xmlns:a="http://schemas.openxmlformats.org/drawingml/2006/main">
              <a:ext uri="{FF2B5EF4-FFF2-40B4-BE49-F238E27FC236}">
                <a16:creationId xmlns:a16="http://schemas.microsoft.com/office/drawing/2014/main" id="{6CE11EE5-E9EE-4BC1-A18A-649C6D0C3778}"/>
              </a:ext>
            </a:extLst>
          </p:cNvPr>
          <p:cNvSpPr>
            <a:spLocks xmlns:a="http://schemas.openxmlformats.org/drawingml/2006/main" noGrp="1"/>
          </p:cNvSpPr>
          <p:nvPr/>
        </p:nvSpPr>
        <p:spPr>
          <a:xfrm xmlns:a="http://schemas.openxmlformats.org/drawingml/2006/main">
            <a:off x="6429375" y="4800600"/>
            <a:ext cx="4572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i="0">
                <a:solidFill>
                  <a:srgbClr val="292B30"/>
                </a:solidFill>
                <a:latin typeface="Arial"/>
                <a:ea typeface="Arial"/>
                <a:cs typeface="Arial"/>
              </a:defRPr>
            </a:defPPr>
            <a:lvl1pPr>
              <a:defRPr sz="1875" b="1" i="0">
                <a:solidFill>
                  <a:srgbClr val="292B30"/>
                </a:solidFill>
                <a:latin typeface="Arial"/>
                <a:ea typeface="Arial"/>
                <a:cs typeface="Arial"/>
              </a:defRPr>
            </a:lvl1pPr>
            <a:lvl2pPr>
              <a:defRPr sz="1875" b="1" i="0">
                <a:solidFill>
                  <a:srgbClr val="292B30"/>
                </a:solidFill>
                <a:latin typeface="Arial"/>
                <a:ea typeface="Arial"/>
                <a:cs typeface="Arial"/>
              </a:defRPr>
            </a:lvl2pPr>
            <a:lvl3pPr>
              <a:defRPr sz="1875" b="1" i="0">
                <a:solidFill>
                  <a:srgbClr val="292B30"/>
                </a:solidFill>
                <a:latin typeface="Arial"/>
                <a:ea typeface="Arial"/>
                <a:cs typeface="Arial"/>
              </a:defRPr>
            </a:lvl3pPr>
            <a:lvl4pPr>
              <a:defRPr sz="1875" b="1" i="0">
                <a:solidFill>
                  <a:srgbClr val="292B30"/>
                </a:solidFill>
                <a:latin typeface="Arial"/>
                <a:ea typeface="Arial"/>
                <a:cs typeface="Arial"/>
              </a:defRPr>
            </a:lvl4pPr>
            <a:lvl5pPr>
              <a:defRPr sz="1875" b="1" i="0">
                <a:solidFill>
                  <a:srgbClr val="292B30"/>
                </a:solidFill>
                <a:latin typeface="Arial"/>
                <a:ea typeface="Arial"/>
                <a:cs typeface="Arial"/>
              </a:defRPr>
            </a:lvl5pPr>
            <a:lvl6pPr>
              <a:defRPr sz="1875" b="1" i="0">
                <a:solidFill>
                  <a:srgbClr val="292B30"/>
                </a:solidFill>
                <a:latin typeface="Arial"/>
                <a:ea typeface="Arial"/>
                <a:cs typeface="Arial"/>
              </a:defRPr>
            </a:lvl6pPr>
            <a:lvl7pPr>
              <a:defRPr sz="1875" b="1" i="0">
                <a:solidFill>
                  <a:srgbClr val="292B30"/>
                </a:solidFill>
                <a:latin typeface="Arial"/>
                <a:ea typeface="Arial"/>
                <a:cs typeface="Arial"/>
              </a:defRPr>
            </a:lvl7pPr>
            <a:lvl8pPr>
              <a:defRPr sz="1875" b="1" i="0">
                <a:solidFill>
                  <a:srgbClr val="292B30"/>
                </a:solidFill>
                <a:latin typeface="Arial"/>
                <a:ea typeface="Arial"/>
                <a:cs typeface="Arial"/>
              </a:defRPr>
            </a:lvl8pPr>
            <a:lvl9pPr>
              <a:defRPr sz="1875" b="1" i="0">
                <a:solidFill>
                  <a:srgbClr val="292B30"/>
                </a:solidFill>
                <a:latin typeface="Arial"/>
                <a:ea typeface="Arial"/>
                <a:cs typeface="Arial"/>
              </a:defRPr>
            </a:lvl9pPr>
          </a:lstStyle>
          <a:p xmlns:a="http://schemas.openxmlformats.org/drawingml/2006/main">
            <a:pPr>
              <a:defRPr sz="1875" b="1" i="0">
                <a:solidFill>
                  <a:srgbClr val="292B30"/>
                </a:solidFill>
                <a:latin typeface="Arial"/>
                <a:ea typeface="Arial"/>
                <a:cs typeface="Arial"/>
              </a:defRPr>
            </a:pPr>
            <a:r>
              <a:rPr sz="1875" b="1" i="0">
                <a:solidFill>
                  <a:srgbClr val="292B30"/>
                </a:solidFill>
                <a:latin typeface="Arial"/>
                <a:ea typeface="Arial"/>
                <a:cs typeface="Arial"/>
              </a:rPr>
              <a:t>Astrophotographers</a:t>
            </a:r>
          </a:p>
        </p:txBody>
      </p:sp>
      <p:sp>
        <p:nvSpPr>
          <p:cNvPr id="17" name="text-96">
            <a:extLst xmlns:a="http://schemas.openxmlformats.org/drawingml/2006/main">
              <a:ext uri="{FF2B5EF4-FFF2-40B4-BE49-F238E27FC236}">
                <a16:creationId xmlns:a16="http://schemas.microsoft.com/office/drawing/2014/main" id="{157C0FAE-7BCF-48C3-912E-78B9EA9F0188}"/>
              </a:ext>
            </a:extLst>
          </p:cNvPr>
          <p:cNvSpPr>
            <a:spLocks xmlns:a="http://schemas.openxmlformats.org/drawingml/2006/main" noGrp="1"/>
          </p:cNvSpPr>
          <p:nvPr/>
        </p:nvSpPr>
        <p:spPr>
          <a:xfrm xmlns:a="http://schemas.openxmlformats.org/drawingml/2006/main">
            <a:off x="6429375" y="5210175"/>
            <a:ext cx="4572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i="0">
                <a:solidFill>
                  <a:srgbClr val="5E5C5B"/>
                </a:solidFill>
                <a:latin typeface="Arial"/>
                <a:ea typeface="Arial"/>
                <a:cs typeface="Arial"/>
              </a:defRPr>
            </a:defPPr>
            <a:lvl1pPr>
              <a:defRPr sz="1725" b="0" i="0">
                <a:solidFill>
                  <a:srgbClr val="5E5C5B"/>
                </a:solidFill>
                <a:latin typeface="Arial"/>
                <a:ea typeface="Arial"/>
                <a:cs typeface="Arial"/>
              </a:defRPr>
            </a:lvl1pPr>
            <a:lvl2pPr>
              <a:defRPr sz="1725" b="0" i="0">
                <a:solidFill>
                  <a:srgbClr val="5E5C5B"/>
                </a:solidFill>
                <a:latin typeface="Arial"/>
                <a:ea typeface="Arial"/>
                <a:cs typeface="Arial"/>
              </a:defRPr>
            </a:lvl2pPr>
            <a:lvl3pPr>
              <a:defRPr sz="1725" b="0" i="0">
                <a:solidFill>
                  <a:srgbClr val="5E5C5B"/>
                </a:solidFill>
                <a:latin typeface="Arial"/>
                <a:ea typeface="Arial"/>
                <a:cs typeface="Arial"/>
              </a:defRPr>
            </a:lvl3pPr>
            <a:lvl4pPr>
              <a:defRPr sz="1725" b="0" i="0">
                <a:solidFill>
                  <a:srgbClr val="5E5C5B"/>
                </a:solidFill>
                <a:latin typeface="Arial"/>
                <a:ea typeface="Arial"/>
                <a:cs typeface="Arial"/>
              </a:defRPr>
            </a:lvl4pPr>
            <a:lvl5pPr>
              <a:defRPr sz="1725" b="0" i="0">
                <a:solidFill>
                  <a:srgbClr val="5E5C5B"/>
                </a:solidFill>
                <a:latin typeface="Arial"/>
                <a:ea typeface="Arial"/>
                <a:cs typeface="Arial"/>
              </a:defRPr>
            </a:lvl5pPr>
            <a:lvl6pPr>
              <a:defRPr sz="1725" b="0" i="0">
                <a:solidFill>
                  <a:srgbClr val="5E5C5B"/>
                </a:solidFill>
                <a:latin typeface="Arial"/>
                <a:ea typeface="Arial"/>
                <a:cs typeface="Arial"/>
              </a:defRPr>
            </a:lvl6pPr>
            <a:lvl7pPr>
              <a:defRPr sz="1725" b="0" i="0">
                <a:solidFill>
                  <a:srgbClr val="5E5C5B"/>
                </a:solidFill>
                <a:latin typeface="Arial"/>
                <a:ea typeface="Arial"/>
                <a:cs typeface="Arial"/>
              </a:defRPr>
            </a:lvl7pPr>
            <a:lvl8pPr>
              <a:defRPr sz="1725" b="0" i="0">
                <a:solidFill>
                  <a:srgbClr val="5E5C5B"/>
                </a:solidFill>
                <a:latin typeface="Arial"/>
                <a:ea typeface="Arial"/>
                <a:cs typeface="Arial"/>
              </a:defRPr>
            </a:lvl8pPr>
            <a:lvl9pPr>
              <a:defRPr sz="1725" b="0" i="0">
                <a:solidFill>
                  <a:srgbClr val="5E5C5B"/>
                </a:solidFill>
                <a:latin typeface="Arial"/>
                <a:ea typeface="Arial"/>
                <a:cs typeface="Arial"/>
              </a:defRPr>
            </a:lvl9pPr>
          </a:lstStyle>
          <a:p xmlns:a="http://schemas.openxmlformats.org/drawingml/2006/main">
            <a:pPr>
              <a:defRPr sz="1725" b="0" i="0">
                <a:solidFill>
                  <a:srgbClr val="5E5C5B"/>
                </a:solidFill>
                <a:latin typeface="Arial"/>
                <a:ea typeface="Arial"/>
                <a:cs typeface="Arial"/>
              </a:defRPr>
            </a:pPr>
            <a:r>
              <a:rPr sz="1725" b="0" i="0">
                <a:solidFill>
                  <a:srgbClr val="5E5C5B"/>
                </a:solidFill>
                <a:latin typeface="Arial"/>
                <a:ea typeface="Arial"/>
                <a:cs typeface="Arial"/>
              </a:rPr>
              <a:t>A clearer record of image processing</a:t>
            </a:r>
          </a:p>
          <a:p xmlns:a="http://schemas.openxmlformats.org/drawingml/2006/main">
            <a:pPr>
              <a:defRPr sz="1725" b="0" i="0">
                <a:solidFill>
                  <a:srgbClr val="5E5C5B"/>
                </a:solidFill>
                <a:latin typeface="Arial"/>
                <a:ea typeface="Arial"/>
                <a:cs typeface="Arial"/>
              </a:defRPr>
            </a:pPr>
            <a:r>
              <a:rPr sz="1725" b="0" i="0">
                <a:solidFill>
                  <a:srgbClr val="5E5C5B"/>
                </a:solidFill>
                <a:latin typeface="Arial"/>
                <a:ea typeface="Arial"/>
                <a:cs typeface="Arial"/>
              </a:rPr>
              <a:t>and catalogue matches.</a:t>
            </a:r>
          </a:p>
        </p:txBody>
      </p:sp>
      <p:sp>
        <p:nvSpPr>
          <p:cNvPr id="18" name="text-97">
            <a:extLst xmlns:a="http://schemas.openxmlformats.org/drawingml/2006/main">
              <a:ext uri="{FF2B5EF4-FFF2-40B4-BE49-F238E27FC236}">
                <a16:creationId xmlns:a16="http://schemas.microsoft.com/office/drawing/2014/main" id="{1071B071-87A3-4435-B30C-699ED0E8FDAB}"/>
              </a:ext>
            </a:extLst>
          </p:cNvPr>
          <p:cNvSpPr>
            <a:spLocks xmlns:a="http://schemas.openxmlformats.org/drawingml/2006/main" noGrp="1"/>
          </p:cNvSpPr>
          <p:nvPr/>
        </p:nvSpPr>
        <p:spPr>
          <a:xfrm xmlns:a="http://schemas.openxmlformats.org/drawingml/2006/main">
            <a:off x="781050" y="608647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i="0">
                <a:solidFill>
                  <a:srgbClr val="A52836"/>
                </a:solidFill>
                <a:latin typeface="Arial"/>
                <a:ea typeface="Arial"/>
                <a:cs typeface="Arial"/>
              </a:defRPr>
            </a:defPPr>
            <a:lvl1pPr>
              <a:defRPr sz="1350" b="0" i="0">
                <a:solidFill>
                  <a:srgbClr val="A52836"/>
                </a:solidFill>
                <a:latin typeface="Arial"/>
                <a:ea typeface="Arial"/>
                <a:cs typeface="Arial"/>
              </a:defRPr>
            </a:lvl1pPr>
            <a:lvl2pPr>
              <a:defRPr sz="1350" b="0" i="0">
                <a:solidFill>
                  <a:srgbClr val="A52836"/>
                </a:solidFill>
                <a:latin typeface="Arial"/>
                <a:ea typeface="Arial"/>
                <a:cs typeface="Arial"/>
              </a:defRPr>
            </a:lvl2pPr>
            <a:lvl3pPr>
              <a:defRPr sz="1350" b="0" i="0">
                <a:solidFill>
                  <a:srgbClr val="A52836"/>
                </a:solidFill>
                <a:latin typeface="Arial"/>
                <a:ea typeface="Arial"/>
                <a:cs typeface="Arial"/>
              </a:defRPr>
            </a:lvl3pPr>
            <a:lvl4pPr>
              <a:defRPr sz="1350" b="0" i="0">
                <a:solidFill>
                  <a:srgbClr val="A52836"/>
                </a:solidFill>
                <a:latin typeface="Arial"/>
                <a:ea typeface="Arial"/>
                <a:cs typeface="Arial"/>
              </a:defRPr>
            </a:lvl4pPr>
            <a:lvl5pPr>
              <a:defRPr sz="1350" b="0" i="0">
                <a:solidFill>
                  <a:srgbClr val="A52836"/>
                </a:solidFill>
                <a:latin typeface="Arial"/>
                <a:ea typeface="Arial"/>
                <a:cs typeface="Arial"/>
              </a:defRPr>
            </a:lvl5pPr>
            <a:lvl6pPr>
              <a:defRPr sz="1350" b="0" i="0">
                <a:solidFill>
                  <a:srgbClr val="A52836"/>
                </a:solidFill>
                <a:latin typeface="Arial"/>
                <a:ea typeface="Arial"/>
                <a:cs typeface="Arial"/>
              </a:defRPr>
            </a:lvl6pPr>
            <a:lvl7pPr>
              <a:defRPr sz="1350" b="0" i="0">
                <a:solidFill>
                  <a:srgbClr val="A52836"/>
                </a:solidFill>
                <a:latin typeface="Arial"/>
                <a:ea typeface="Arial"/>
                <a:cs typeface="Arial"/>
              </a:defRPr>
            </a:lvl7pPr>
            <a:lvl8pPr>
              <a:defRPr sz="1350" b="0" i="0">
                <a:solidFill>
                  <a:srgbClr val="A52836"/>
                </a:solidFill>
                <a:latin typeface="Arial"/>
                <a:ea typeface="Arial"/>
                <a:cs typeface="Arial"/>
              </a:defRPr>
            </a:lvl8pPr>
            <a:lvl9pPr>
              <a:defRPr sz="1350" b="0" i="0">
                <a:solidFill>
                  <a:srgbClr val="A52836"/>
                </a:solidFill>
                <a:latin typeface="Arial"/>
                <a:ea typeface="Arial"/>
                <a:cs typeface="Arial"/>
              </a:defRPr>
            </a:lvl9pPr>
          </a:lstStyle>
          <a:p xmlns:a="http://schemas.openxmlformats.org/drawingml/2006/main">
            <a:pPr>
              <a:defRPr sz="1350" b="0" i="0">
                <a:solidFill>
                  <a:srgbClr val="A52836"/>
                </a:solidFill>
                <a:latin typeface="Arial"/>
                <a:ea typeface="Arial"/>
                <a:cs typeface="Arial"/>
              </a:defRPr>
            </a:pPr>
            <a:r>
              <a:rPr sz="1350" b="0" i="0">
                <a:solidFill>
                  <a:srgbClr val="A52836"/>
                </a:solidFill>
                <a:latin typeface="Arial"/>
                <a:ea typeface="Arial"/>
                <a:cs typeface="Arial"/>
              </a:rPr>
              <a:t>Expected benefits. User testing and quantitative benchmarks remain validation steps.</a:t>
            </a:r>
          </a:p>
        </p:txBody>
      </p:sp>
    </p:spTree>
    <p:extLst>
      <p:ext uri="{BB962C8B-B14F-4D97-AF65-F5344CB8AC3E}">
        <p14:creationId xmlns:p14="http://schemas.microsoft.com/office/powerpoint/2010/main" val="307686529"/>
      </p:ext>
    </p:extLst>
  </p:cSld>
</p:sld>
</file>

<file path=ppt/slides/slide8.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885CB042-F17B-4562-9AEB-04FCC8D4C00D}"/>
              </a:ext>
            </a:extLst>
          </p:cNvPr>
          <p:cNvPicPr>
            <a:picLocks xmlns:a="http://schemas.openxmlformats.org/drawingml/2006/main" noChangeAspect="1"/>
          </p:cNvPicPr>
          <p:nvPr/>
        </p:nvPicPr>
        <p:blipFill>
          <a:blip xmlns:r="http://schemas.openxmlformats.org/officeDocument/2006/relationships" xmlns:a="http://schemas.openxmlformats.org/drawingml/2006/main" r:embed="R45152532cd1646a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xt-98">
            <a:extLst xmlns:a="http://schemas.openxmlformats.org/drawingml/2006/main">
              <a:ext uri="{FF2B5EF4-FFF2-40B4-BE49-F238E27FC236}">
                <a16:creationId xmlns:a16="http://schemas.microsoft.com/office/drawing/2014/main" id="{85C5E1BE-78AD-44E2-B20A-A52682A2DD1B}"/>
              </a:ext>
            </a:extLst>
          </p:cNvPr>
          <p:cNvSpPr>
            <a:spLocks xmlns:a="http://schemas.openxmlformats.org/drawingml/2006/main" noGrp="1"/>
          </p:cNvSpPr>
          <p:nvPr/>
        </p:nvSpPr>
        <p:spPr>
          <a:xfrm xmlns:a="http://schemas.openxmlformats.org/drawingml/2006/main">
            <a:off x="762000" y="628650"/>
            <a:ext cx="9239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0" i="0">
                <a:solidFill>
                  <a:srgbClr val="A52836"/>
                </a:solidFill>
                <a:latin typeface="Georgia"/>
                <a:ea typeface="Georgia"/>
                <a:cs typeface="Georgia"/>
              </a:defRPr>
            </a:defPPr>
            <a:lvl1pPr>
              <a:defRPr sz="3300" b="0" i="0">
                <a:solidFill>
                  <a:srgbClr val="A52836"/>
                </a:solidFill>
                <a:latin typeface="Georgia"/>
                <a:ea typeface="Georgia"/>
                <a:cs typeface="Georgia"/>
              </a:defRPr>
            </a:lvl1pPr>
            <a:lvl2pPr>
              <a:defRPr sz="3300" b="0" i="0">
                <a:solidFill>
                  <a:srgbClr val="A52836"/>
                </a:solidFill>
                <a:latin typeface="Georgia"/>
                <a:ea typeface="Georgia"/>
                <a:cs typeface="Georgia"/>
              </a:defRPr>
            </a:lvl2pPr>
            <a:lvl3pPr>
              <a:defRPr sz="3300" b="0" i="0">
                <a:solidFill>
                  <a:srgbClr val="A52836"/>
                </a:solidFill>
                <a:latin typeface="Georgia"/>
                <a:ea typeface="Georgia"/>
                <a:cs typeface="Georgia"/>
              </a:defRPr>
            </a:lvl3pPr>
            <a:lvl4pPr>
              <a:defRPr sz="3300" b="0" i="0">
                <a:solidFill>
                  <a:srgbClr val="A52836"/>
                </a:solidFill>
                <a:latin typeface="Georgia"/>
                <a:ea typeface="Georgia"/>
                <a:cs typeface="Georgia"/>
              </a:defRPr>
            </a:lvl4pPr>
            <a:lvl5pPr>
              <a:defRPr sz="3300" b="0" i="0">
                <a:solidFill>
                  <a:srgbClr val="A52836"/>
                </a:solidFill>
                <a:latin typeface="Georgia"/>
                <a:ea typeface="Georgia"/>
                <a:cs typeface="Georgia"/>
              </a:defRPr>
            </a:lvl5pPr>
            <a:lvl6pPr>
              <a:defRPr sz="3300" b="0" i="0">
                <a:solidFill>
                  <a:srgbClr val="A52836"/>
                </a:solidFill>
                <a:latin typeface="Georgia"/>
                <a:ea typeface="Georgia"/>
                <a:cs typeface="Georgia"/>
              </a:defRPr>
            </a:lvl6pPr>
            <a:lvl7pPr>
              <a:defRPr sz="3300" b="0" i="0">
                <a:solidFill>
                  <a:srgbClr val="A52836"/>
                </a:solidFill>
                <a:latin typeface="Georgia"/>
                <a:ea typeface="Georgia"/>
                <a:cs typeface="Georgia"/>
              </a:defRPr>
            </a:lvl7pPr>
            <a:lvl8pPr>
              <a:defRPr sz="3300" b="0" i="0">
                <a:solidFill>
                  <a:srgbClr val="A52836"/>
                </a:solidFill>
                <a:latin typeface="Georgia"/>
                <a:ea typeface="Georgia"/>
                <a:cs typeface="Georgia"/>
              </a:defRPr>
            </a:lvl8pPr>
            <a:lvl9pPr>
              <a:defRPr sz="3300" b="0" i="0">
                <a:solidFill>
                  <a:srgbClr val="A52836"/>
                </a:solidFill>
                <a:latin typeface="Georgia"/>
                <a:ea typeface="Georgia"/>
                <a:cs typeface="Georgia"/>
              </a:defRPr>
            </a:lvl9pPr>
          </a:lstStyle>
          <a:p xmlns:a="http://schemas.openxmlformats.org/drawingml/2006/main">
            <a:pPr>
              <a:defRPr sz="3300" b="0" i="0">
                <a:solidFill>
                  <a:srgbClr val="A52836"/>
                </a:solidFill>
                <a:latin typeface="Georgia"/>
                <a:ea typeface="Georgia"/>
                <a:cs typeface="Georgia"/>
              </a:defRPr>
            </a:pPr>
            <a:r>
              <a:rPr sz="3300" b="0" i="0">
                <a:solidFill>
                  <a:srgbClr val="A52836"/>
                </a:solidFill>
                <a:latin typeface="Georgia"/>
                <a:ea typeface="Georgia"/>
                <a:cs typeface="Georgia"/>
              </a:rPr>
              <a:t>Roadmap and next steps</a:t>
            </a:r>
          </a:p>
        </p:txBody>
      </p:sp>
      <p:sp>
        <p:nvSpPr>
          <p:cNvPr id="3" name="text-99">
            <a:extLst xmlns:a="http://schemas.openxmlformats.org/drawingml/2006/main">
              <a:ext uri="{FF2B5EF4-FFF2-40B4-BE49-F238E27FC236}">
                <a16:creationId xmlns:a16="http://schemas.microsoft.com/office/drawing/2014/main" id="{90E45631-2539-4D2C-8E77-4B3C602632E4}"/>
              </a:ext>
            </a:extLst>
          </p:cNvPr>
          <p:cNvSpPr>
            <a:spLocks xmlns:a="http://schemas.openxmlformats.org/drawingml/2006/main" noGrp="1"/>
          </p:cNvSpPr>
          <p:nvPr/>
        </p:nvSpPr>
        <p:spPr>
          <a:xfrm xmlns:a="http://schemas.openxmlformats.org/drawingml/2006/main">
            <a:off x="762000" y="6419850"/>
            <a:ext cx="523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i="0">
                <a:solidFill>
                  <a:srgbClr val="77716A"/>
                </a:solidFill>
                <a:latin typeface="Arial"/>
                <a:ea typeface="Arial"/>
                <a:cs typeface="Arial"/>
              </a:defRPr>
            </a:defPPr>
            <a:lvl1pPr>
              <a:defRPr sz="1125" b="0" i="0">
                <a:solidFill>
                  <a:srgbClr val="77716A"/>
                </a:solidFill>
                <a:latin typeface="Arial"/>
                <a:ea typeface="Arial"/>
                <a:cs typeface="Arial"/>
              </a:defRPr>
            </a:lvl1pPr>
            <a:lvl2pPr>
              <a:defRPr sz="1125" b="0" i="0">
                <a:solidFill>
                  <a:srgbClr val="77716A"/>
                </a:solidFill>
                <a:latin typeface="Arial"/>
                <a:ea typeface="Arial"/>
                <a:cs typeface="Arial"/>
              </a:defRPr>
            </a:lvl2pPr>
            <a:lvl3pPr>
              <a:defRPr sz="1125" b="0" i="0">
                <a:solidFill>
                  <a:srgbClr val="77716A"/>
                </a:solidFill>
                <a:latin typeface="Arial"/>
                <a:ea typeface="Arial"/>
                <a:cs typeface="Arial"/>
              </a:defRPr>
            </a:lvl3pPr>
            <a:lvl4pPr>
              <a:defRPr sz="1125" b="0" i="0">
                <a:solidFill>
                  <a:srgbClr val="77716A"/>
                </a:solidFill>
                <a:latin typeface="Arial"/>
                <a:ea typeface="Arial"/>
                <a:cs typeface="Arial"/>
              </a:defRPr>
            </a:lvl4pPr>
            <a:lvl5pPr>
              <a:defRPr sz="1125" b="0" i="0">
                <a:solidFill>
                  <a:srgbClr val="77716A"/>
                </a:solidFill>
                <a:latin typeface="Arial"/>
                <a:ea typeface="Arial"/>
                <a:cs typeface="Arial"/>
              </a:defRPr>
            </a:lvl5pPr>
            <a:lvl6pPr>
              <a:defRPr sz="1125" b="0" i="0">
                <a:solidFill>
                  <a:srgbClr val="77716A"/>
                </a:solidFill>
                <a:latin typeface="Arial"/>
                <a:ea typeface="Arial"/>
                <a:cs typeface="Arial"/>
              </a:defRPr>
            </a:lvl6pPr>
            <a:lvl7pPr>
              <a:defRPr sz="1125" b="0" i="0">
                <a:solidFill>
                  <a:srgbClr val="77716A"/>
                </a:solidFill>
                <a:latin typeface="Arial"/>
                <a:ea typeface="Arial"/>
                <a:cs typeface="Arial"/>
              </a:defRPr>
            </a:lvl7pPr>
            <a:lvl8pPr>
              <a:defRPr sz="1125" b="0" i="0">
                <a:solidFill>
                  <a:srgbClr val="77716A"/>
                </a:solidFill>
                <a:latin typeface="Arial"/>
                <a:ea typeface="Arial"/>
                <a:cs typeface="Arial"/>
              </a:defRPr>
            </a:lvl8pPr>
            <a:lvl9pPr>
              <a:defRPr sz="1125" b="0" i="0">
                <a:solidFill>
                  <a:srgbClr val="77716A"/>
                </a:solidFill>
                <a:latin typeface="Arial"/>
                <a:ea typeface="Arial"/>
                <a:cs typeface="Arial"/>
              </a:defRPr>
            </a:lvl9pPr>
          </a:lstStyle>
          <a:p xmlns:a="http://schemas.openxmlformats.org/drawingml/2006/main">
            <a:pPr>
              <a:defRPr sz="1125" b="0" i="0">
                <a:solidFill>
                  <a:srgbClr val="77716A"/>
                </a:solidFill>
                <a:latin typeface="Arial"/>
                <a:ea typeface="Arial"/>
                <a:cs typeface="Arial"/>
              </a:defRPr>
            </a:pPr>
            <a:r>
              <a:rPr sz="1125" b="0" i="0">
                <a:solidFill>
                  <a:srgbClr val="77716A"/>
                </a:solidFill>
                <a:latin typeface="Arial"/>
                <a:ea typeface="Arial"/>
                <a:cs typeface="Arial"/>
              </a:rPr>
              <a:t>TSUKUYOMI WATCH     /     08 OF 08</a:t>
            </a:r>
          </a:p>
        </p:txBody>
      </p:sp>
      <p:sp>
        <p:nvSpPr>
          <p:cNvPr id="4" name="text-100">
            <a:extLst xmlns:a="http://schemas.openxmlformats.org/drawingml/2006/main">
              <a:ext uri="{FF2B5EF4-FFF2-40B4-BE49-F238E27FC236}">
                <a16:creationId xmlns:a16="http://schemas.microsoft.com/office/drawing/2014/main" id="{45E7EE2C-CB87-45EC-8CAA-0834466479E1}"/>
              </a:ext>
            </a:extLst>
          </p:cNvPr>
          <p:cNvSpPr>
            <a:spLocks xmlns:a="http://schemas.openxmlformats.org/drawingml/2006/main" noGrp="1"/>
          </p:cNvSpPr>
          <p:nvPr/>
        </p:nvSpPr>
        <p:spPr>
          <a:xfrm xmlns:a="http://schemas.openxmlformats.org/drawingml/2006/main">
            <a:off x="781050" y="1752600"/>
            <a:ext cx="552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i="0">
                <a:solidFill>
                  <a:srgbClr val="A52836"/>
                </a:solidFill>
                <a:latin typeface="Georgia"/>
                <a:ea typeface="Georgia"/>
                <a:cs typeface="Georgia"/>
              </a:defRPr>
            </a:defPPr>
            <a:lvl1pPr>
              <a:defRPr sz="2025" b="0" i="0">
                <a:solidFill>
                  <a:srgbClr val="A52836"/>
                </a:solidFill>
                <a:latin typeface="Georgia"/>
                <a:ea typeface="Georgia"/>
                <a:cs typeface="Georgia"/>
              </a:defRPr>
            </a:lvl1pPr>
            <a:lvl2pPr>
              <a:defRPr sz="2025" b="0" i="0">
                <a:solidFill>
                  <a:srgbClr val="A52836"/>
                </a:solidFill>
                <a:latin typeface="Georgia"/>
                <a:ea typeface="Georgia"/>
                <a:cs typeface="Georgia"/>
              </a:defRPr>
            </a:lvl2pPr>
            <a:lvl3pPr>
              <a:defRPr sz="2025" b="0" i="0">
                <a:solidFill>
                  <a:srgbClr val="A52836"/>
                </a:solidFill>
                <a:latin typeface="Georgia"/>
                <a:ea typeface="Georgia"/>
                <a:cs typeface="Georgia"/>
              </a:defRPr>
            </a:lvl3pPr>
            <a:lvl4pPr>
              <a:defRPr sz="2025" b="0" i="0">
                <a:solidFill>
                  <a:srgbClr val="A52836"/>
                </a:solidFill>
                <a:latin typeface="Georgia"/>
                <a:ea typeface="Georgia"/>
                <a:cs typeface="Georgia"/>
              </a:defRPr>
            </a:lvl4pPr>
            <a:lvl5pPr>
              <a:defRPr sz="2025" b="0" i="0">
                <a:solidFill>
                  <a:srgbClr val="A52836"/>
                </a:solidFill>
                <a:latin typeface="Georgia"/>
                <a:ea typeface="Georgia"/>
                <a:cs typeface="Georgia"/>
              </a:defRPr>
            </a:lvl5pPr>
            <a:lvl6pPr>
              <a:defRPr sz="2025" b="0" i="0">
                <a:solidFill>
                  <a:srgbClr val="A52836"/>
                </a:solidFill>
                <a:latin typeface="Georgia"/>
                <a:ea typeface="Georgia"/>
                <a:cs typeface="Georgia"/>
              </a:defRPr>
            </a:lvl6pPr>
            <a:lvl7pPr>
              <a:defRPr sz="2025" b="0" i="0">
                <a:solidFill>
                  <a:srgbClr val="A52836"/>
                </a:solidFill>
                <a:latin typeface="Georgia"/>
                <a:ea typeface="Georgia"/>
                <a:cs typeface="Georgia"/>
              </a:defRPr>
            </a:lvl7pPr>
            <a:lvl8pPr>
              <a:defRPr sz="2025" b="0" i="0">
                <a:solidFill>
                  <a:srgbClr val="A52836"/>
                </a:solidFill>
                <a:latin typeface="Georgia"/>
                <a:ea typeface="Georgia"/>
                <a:cs typeface="Georgia"/>
              </a:defRPr>
            </a:lvl8pPr>
            <a:lvl9pPr>
              <a:defRPr sz="2025" b="0" i="0">
                <a:solidFill>
                  <a:srgbClr val="A52836"/>
                </a:solidFill>
                <a:latin typeface="Georgia"/>
                <a:ea typeface="Georgia"/>
                <a:cs typeface="Georgia"/>
              </a:defRPr>
            </a:lvl9pPr>
          </a:lstStyle>
          <a:p xmlns:a="http://schemas.openxmlformats.org/drawingml/2006/main">
            <a:pPr>
              <a:defRPr sz="2025" b="0" i="0">
                <a:solidFill>
                  <a:srgbClr val="A52836"/>
                </a:solidFill>
                <a:latin typeface="Georgia"/>
                <a:ea typeface="Georgia"/>
                <a:cs typeface="Georgia"/>
              </a:defRPr>
            </a:pPr>
            <a:r>
              <a:rPr sz="2025" b="0" i="0">
                <a:solidFill>
                  <a:srgbClr val="A52836"/>
                </a:solidFill>
                <a:latin typeface="Georgia"/>
                <a:ea typeface="Georgia"/>
                <a:cs typeface="Georgia"/>
              </a:rPr>
              <a:t>01</a:t>
            </a:r>
          </a:p>
        </p:txBody>
      </p:sp>
      <p:sp>
        <p:nvSpPr>
          <p:cNvPr id="5" name="text-101">
            <a:extLst xmlns:a="http://schemas.openxmlformats.org/drawingml/2006/main">
              <a:ext uri="{FF2B5EF4-FFF2-40B4-BE49-F238E27FC236}">
                <a16:creationId xmlns:a16="http://schemas.microsoft.com/office/drawing/2014/main" id="{1F75E3A0-D44D-4D74-9A1C-97825D4867A5}"/>
              </a:ext>
            </a:extLst>
          </p:cNvPr>
          <p:cNvSpPr>
            <a:spLocks xmlns:a="http://schemas.openxmlformats.org/drawingml/2006/main" noGrp="1"/>
          </p:cNvSpPr>
          <p:nvPr/>
        </p:nvSpPr>
        <p:spPr>
          <a:xfrm xmlns:a="http://schemas.openxmlformats.org/drawingml/2006/main">
            <a:off x="1476375" y="1752600"/>
            <a:ext cx="523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i="0">
                <a:solidFill>
                  <a:srgbClr val="292B30"/>
                </a:solidFill>
                <a:latin typeface="Arial"/>
                <a:ea typeface="Arial"/>
                <a:cs typeface="Arial"/>
              </a:defRPr>
            </a:defPPr>
            <a:lvl1pPr>
              <a:defRPr sz="2025" b="1" i="0">
                <a:solidFill>
                  <a:srgbClr val="292B30"/>
                </a:solidFill>
                <a:latin typeface="Arial"/>
                <a:ea typeface="Arial"/>
                <a:cs typeface="Arial"/>
              </a:defRPr>
            </a:lvl1pPr>
            <a:lvl2pPr>
              <a:defRPr sz="2025" b="1" i="0">
                <a:solidFill>
                  <a:srgbClr val="292B30"/>
                </a:solidFill>
                <a:latin typeface="Arial"/>
                <a:ea typeface="Arial"/>
                <a:cs typeface="Arial"/>
              </a:defRPr>
            </a:lvl2pPr>
            <a:lvl3pPr>
              <a:defRPr sz="2025" b="1" i="0">
                <a:solidFill>
                  <a:srgbClr val="292B30"/>
                </a:solidFill>
                <a:latin typeface="Arial"/>
                <a:ea typeface="Arial"/>
                <a:cs typeface="Arial"/>
              </a:defRPr>
            </a:lvl3pPr>
            <a:lvl4pPr>
              <a:defRPr sz="2025" b="1" i="0">
                <a:solidFill>
                  <a:srgbClr val="292B30"/>
                </a:solidFill>
                <a:latin typeface="Arial"/>
                <a:ea typeface="Arial"/>
                <a:cs typeface="Arial"/>
              </a:defRPr>
            </a:lvl4pPr>
            <a:lvl5pPr>
              <a:defRPr sz="2025" b="1" i="0">
                <a:solidFill>
                  <a:srgbClr val="292B30"/>
                </a:solidFill>
                <a:latin typeface="Arial"/>
                <a:ea typeface="Arial"/>
                <a:cs typeface="Arial"/>
              </a:defRPr>
            </a:lvl5pPr>
            <a:lvl6pPr>
              <a:defRPr sz="2025" b="1" i="0">
                <a:solidFill>
                  <a:srgbClr val="292B30"/>
                </a:solidFill>
                <a:latin typeface="Arial"/>
                <a:ea typeface="Arial"/>
                <a:cs typeface="Arial"/>
              </a:defRPr>
            </a:lvl6pPr>
            <a:lvl7pPr>
              <a:defRPr sz="2025" b="1" i="0">
                <a:solidFill>
                  <a:srgbClr val="292B30"/>
                </a:solidFill>
                <a:latin typeface="Arial"/>
                <a:ea typeface="Arial"/>
                <a:cs typeface="Arial"/>
              </a:defRPr>
            </a:lvl7pPr>
            <a:lvl8pPr>
              <a:defRPr sz="2025" b="1" i="0">
                <a:solidFill>
                  <a:srgbClr val="292B30"/>
                </a:solidFill>
                <a:latin typeface="Arial"/>
                <a:ea typeface="Arial"/>
                <a:cs typeface="Arial"/>
              </a:defRPr>
            </a:lvl8pPr>
            <a:lvl9pPr>
              <a:defRPr sz="2025" b="1" i="0">
                <a:solidFill>
                  <a:srgbClr val="292B30"/>
                </a:solidFill>
                <a:latin typeface="Arial"/>
                <a:ea typeface="Arial"/>
                <a:cs typeface="Arial"/>
              </a:defRPr>
            </a:lvl9pPr>
          </a:lstStyle>
          <a:p xmlns:a="http://schemas.openxmlformats.org/drawingml/2006/main">
            <a:pPr>
              <a:defRPr sz="2025" b="1" i="0">
                <a:solidFill>
                  <a:srgbClr val="292B30"/>
                </a:solidFill>
                <a:latin typeface="Arial"/>
                <a:ea typeface="Arial"/>
                <a:cs typeface="Arial"/>
              </a:defRPr>
            </a:pPr>
            <a:r>
              <a:rPr sz="2025" b="1" i="0">
                <a:solidFill>
                  <a:srgbClr val="292B30"/>
                </a:solidFill>
                <a:latin typeface="Arial"/>
                <a:ea typeface="Arial"/>
                <a:cs typeface="Arial"/>
              </a:rPr>
              <a:t>Core observing journey</a:t>
            </a:r>
          </a:p>
        </p:txBody>
      </p:sp>
      <p:sp>
        <p:nvSpPr>
          <p:cNvPr id="6" name="text-102">
            <a:extLst xmlns:a="http://schemas.openxmlformats.org/drawingml/2006/main">
              <a:ext uri="{FF2B5EF4-FFF2-40B4-BE49-F238E27FC236}">
                <a16:creationId xmlns:a16="http://schemas.microsoft.com/office/drawing/2014/main" id="{DD4162C7-25F5-446A-B072-6BCF9565D94B}"/>
              </a:ext>
            </a:extLst>
          </p:cNvPr>
          <p:cNvSpPr>
            <a:spLocks xmlns:a="http://schemas.openxmlformats.org/drawingml/2006/main" noGrp="1"/>
          </p:cNvSpPr>
          <p:nvPr/>
        </p:nvSpPr>
        <p:spPr>
          <a:xfrm xmlns:a="http://schemas.openxmlformats.org/drawingml/2006/main">
            <a:off x="1476375" y="2171700"/>
            <a:ext cx="5238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i="0">
                <a:solidFill>
                  <a:srgbClr val="5E5C5B"/>
                </a:solidFill>
                <a:latin typeface="Arial"/>
                <a:ea typeface="Arial"/>
                <a:cs typeface="Arial"/>
              </a:defRPr>
            </a:defPPr>
            <a:lvl1pPr>
              <a:defRPr sz="1800" b="0" i="0">
                <a:solidFill>
                  <a:srgbClr val="5E5C5B"/>
                </a:solidFill>
                <a:latin typeface="Arial"/>
                <a:ea typeface="Arial"/>
                <a:cs typeface="Arial"/>
              </a:defRPr>
            </a:lvl1pPr>
            <a:lvl2pPr>
              <a:defRPr sz="1800" b="0" i="0">
                <a:solidFill>
                  <a:srgbClr val="5E5C5B"/>
                </a:solidFill>
                <a:latin typeface="Arial"/>
                <a:ea typeface="Arial"/>
                <a:cs typeface="Arial"/>
              </a:defRPr>
            </a:lvl2pPr>
            <a:lvl3pPr>
              <a:defRPr sz="1800" b="0" i="0">
                <a:solidFill>
                  <a:srgbClr val="5E5C5B"/>
                </a:solidFill>
                <a:latin typeface="Arial"/>
                <a:ea typeface="Arial"/>
                <a:cs typeface="Arial"/>
              </a:defRPr>
            </a:lvl3pPr>
            <a:lvl4pPr>
              <a:defRPr sz="1800" b="0" i="0">
                <a:solidFill>
                  <a:srgbClr val="5E5C5B"/>
                </a:solidFill>
                <a:latin typeface="Arial"/>
                <a:ea typeface="Arial"/>
                <a:cs typeface="Arial"/>
              </a:defRPr>
            </a:lvl4pPr>
            <a:lvl5pPr>
              <a:defRPr sz="1800" b="0" i="0">
                <a:solidFill>
                  <a:srgbClr val="5E5C5B"/>
                </a:solidFill>
                <a:latin typeface="Arial"/>
                <a:ea typeface="Arial"/>
                <a:cs typeface="Arial"/>
              </a:defRPr>
            </a:lvl5pPr>
            <a:lvl6pPr>
              <a:defRPr sz="1800" b="0" i="0">
                <a:solidFill>
                  <a:srgbClr val="5E5C5B"/>
                </a:solidFill>
                <a:latin typeface="Arial"/>
                <a:ea typeface="Arial"/>
                <a:cs typeface="Arial"/>
              </a:defRPr>
            </a:lvl6pPr>
            <a:lvl7pPr>
              <a:defRPr sz="1800" b="0" i="0">
                <a:solidFill>
                  <a:srgbClr val="5E5C5B"/>
                </a:solidFill>
                <a:latin typeface="Arial"/>
                <a:ea typeface="Arial"/>
                <a:cs typeface="Arial"/>
              </a:defRPr>
            </a:lvl7pPr>
            <a:lvl8pPr>
              <a:defRPr sz="1800" b="0" i="0">
                <a:solidFill>
                  <a:srgbClr val="5E5C5B"/>
                </a:solidFill>
                <a:latin typeface="Arial"/>
                <a:ea typeface="Arial"/>
                <a:cs typeface="Arial"/>
              </a:defRPr>
            </a:lvl8pPr>
            <a:lvl9pPr>
              <a:defRPr sz="1800" b="0" i="0">
                <a:solidFill>
                  <a:srgbClr val="5E5C5B"/>
                </a:solidFill>
                <a:latin typeface="Arial"/>
                <a:ea typeface="Arial"/>
                <a:cs typeface="Arial"/>
              </a:defRPr>
            </a:lvl9pPr>
          </a:lstStyle>
          <a:p xmlns:a="http://schemas.openxmlformats.org/drawingml/2006/main">
            <a:pPr>
              <a:defRPr sz="1800" b="0" i="0">
                <a:solidFill>
                  <a:srgbClr val="5E5C5B"/>
                </a:solidFill>
                <a:latin typeface="Arial"/>
                <a:ea typeface="Arial"/>
                <a:cs typeface="Arial"/>
              </a:defRPr>
            </a:pPr>
            <a:r>
              <a:rPr sz="1800" b="0" i="0">
                <a:solidFill>
                  <a:srgbClr val="5E5C5B"/>
                </a:solidFill>
                <a:latin typeface="Arial"/>
                <a:ea typeface="Arial"/>
                <a:cs typeface="Arial"/>
              </a:rPr>
              <a:t>Location, hourly scores, nearby spots</a:t>
            </a:r>
          </a:p>
          <a:p xmlns:a="http://schemas.openxmlformats.org/drawingml/2006/main">
            <a:pPr>
              <a:defRPr sz="1800" b="0" i="0">
                <a:solidFill>
                  <a:srgbClr val="5E5C5B"/>
                </a:solidFill>
                <a:latin typeface="Arial"/>
                <a:ea typeface="Arial"/>
                <a:cs typeface="Arial"/>
              </a:defRPr>
            </a:pPr>
            <a:r>
              <a:rPr sz="1800" b="0" i="0">
                <a:solidFill>
                  <a:srgbClr val="5E5C5B"/>
                </a:solidFill>
                <a:latin typeface="Arial"/>
                <a:ea typeface="Arial"/>
                <a:cs typeface="Arial"/>
              </a:rPr>
              <a:t>and a local celestial calendar.</a:t>
            </a:r>
          </a:p>
        </p:txBody>
      </p:sp>
      <p:sp>
        <p:nvSpPr>
          <p:cNvPr id="7" name="text-103">
            <a:extLst xmlns:a="http://schemas.openxmlformats.org/drawingml/2006/main">
              <a:ext uri="{FF2B5EF4-FFF2-40B4-BE49-F238E27FC236}">
                <a16:creationId xmlns:a16="http://schemas.microsoft.com/office/drawing/2014/main" id="{359AD015-8A71-4B68-824B-95B7DB26308A}"/>
              </a:ext>
            </a:extLst>
          </p:cNvPr>
          <p:cNvSpPr>
            <a:spLocks xmlns:a="http://schemas.openxmlformats.org/drawingml/2006/main" noGrp="1"/>
          </p:cNvSpPr>
          <p:nvPr/>
        </p:nvSpPr>
        <p:spPr>
          <a:xfrm xmlns:a="http://schemas.openxmlformats.org/drawingml/2006/main">
            <a:off x="781050" y="2943225"/>
            <a:ext cx="552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i="0">
                <a:solidFill>
                  <a:srgbClr val="A52836"/>
                </a:solidFill>
                <a:latin typeface="Georgia"/>
                <a:ea typeface="Georgia"/>
                <a:cs typeface="Georgia"/>
              </a:defRPr>
            </a:defPPr>
            <a:lvl1pPr>
              <a:defRPr sz="2025" b="0" i="0">
                <a:solidFill>
                  <a:srgbClr val="A52836"/>
                </a:solidFill>
                <a:latin typeface="Georgia"/>
                <a:ea typeface="Georgia"/>
                <a:cs typeface="Georgia"/>
              </a:defRPr>
            </a:lvl1pPr>
            <a:lvl2pPr>
              <a:defRPr sz="2025" b="0" i="0">
                <a:solidFill>
                  <a:srgbClr val="A52836"/>
                </a:solidFill>
                <a:latin typeface="Georgia"/>
                <a:ea typeface="Georgia"/>
                <a:cs typeface="Georgia"/>
              </a:defRPr>
            </a:lvl2pPr>
            <a:lvl3pPr>
              <a:defRPr sz="2025" b="0" i="0">
                <a:solidFill>
                  <a:srgbClr val="A52836"/>
                </a:solidFill>
                <a:latin typeface="Georgia"/>
                <a:ea typeface="Georgia"/>
                <a:cs typeface="Georgia"/>
              </a:defRPr>
            </a:lvl3pPr>
            <a:lvl4pPr>
              <a:defRPr sz="2025" b="0" i="0">
                <a:solidFill>
                  <a:srgbClr val="A52836"/>
                </a:solidFill>
                <a:latin typeface="Georgia"/>
                <a:ea typeface="Georgia"/>
                <a:cs typeface="Georgia"/>
              </a:defRPr>
            </a:lvl4pPr>
            <a:lvl5pPr>
              <a:defRPr sz="2025" b="0" i="0">
                <a:solidFill>
                  <a:srgbClr val="A52836"/>
                </a:solidFill>
                <a:latin typeface="Georgia"/>
                <a:ea typeface="Georgia"/>
                <a:cs typeface="Georgia"/>
              </a:defRPr>
            </a:lvl5pPr>
            <a:lvl6pPr>
              <a:defRPr sz="2025" b="0" i="0">
                <a:solidFill>
                  <a:srgbClr val="A52836"/>
                </a:solidFill>
                <a:latin typeface="Georgia"/>
                <a:ea typeface="Georgia"/>
                <a:cs typeface="Georgia"/>
              </a:defRPr>
            </a:lvl6pPr>
            <a:lvl7pPr>
              <a:defRPr sz="2025" b="0" i="0">
                <a:solidFill>
                  <a:srgbClr val="A52836"/>
                </a:solidFill>
                <a:latin typeface="Georgia"/>
                <a:ea typeface="Georgia"/>
                <a:cs typeface="Georgia"/>
              </a:defRPr>
            </a:lvl7pPr>
            <a:lvl8pPr>
              <a:defRPr sz="2025" b="0" i="0">
                <a:solidFill>
                  <a:srgbClr val="A52836"/>
                </a:solidFill>
                <a:latin typeface="Georgia"/>
                <a:ea typeface="Georgia"/>
                <a:cs typeface="Georgia"/>
              </a:defRPr>
            </a:lvl8pPr>
            <a:lvl9pPr>
              <a:defRPr sz="2025" b="0" i="0">
                <a:solidFill>
                  <a:srgbClr val="A52836"/>
                </a:solidFill>
                <a:latin typeface="Georgia"/>
                <a:ea typeface="Georgia"/>
                <a:cs typeface="Georgia"/>
              </a:defRPr>
            </a:lvl9pPr>
          </a:lstStyle>
          <a:p xmlns:a="http://schemas.openxmlformats.org/drawingml/2006/main">
            <a:pPr>
              <a:defRPr sz="2025" b="0" i="0">
                <a:solidFill>
                  <a:srgbClr val="A52836"/>
                </a:solidFill>
                <a:latin typeface="Georgia"/>
                <a:ea typeface="Georgia"/>
                <a:cs typeface="Georgia"/>
              </a:defRPr>
            </a:pPr>
            <a:r>
              <a:rPr sz="2025" b="0" i="0">
                <a:solidFill>
                  <a:srgbClr val="A52836"/>
                </a:solidFill>
                <a:latin typeface="Georgia"/>
                <a:ea typeface="Georgia"/>
                <a:cs typeface="Georgia"/>
              </a:rPr>
              <a:t>02</a:t>
            </a:r>
          </a:p>
        </p:txBody>
      </p:sp>
      <p:sp>
        <p:nvSpPr>
          <p:cNvPr id="8" name="text-104">
            <a:extLst xmlns:a="http://schemas.openxmlformats.org/drawingml/2006/main">
              <a:ext uri="{FF2B5EF4-FFF2-40B4-BE49-F238E27FC236}">
                <a16:creationId xmlns:a16="http://schemas.microsoft.com/office/drawing/2014/main" id="{CA22BB48-15C3-4359-BFDF-6E46AABD2978}"/>
              </a:ext>
            </a:extLst>
          </p:cNvPr>
          <p:cNvSpPr>
            <a:spLocks xmlns:a="http://schemas.openxmlformats.org/drawingml/2006/main" noGrp="1"/>
          </p:cNvSpPr>
          <p:nvPr/>
        </p:nvSpPr>
        <p:spPr>
          <a:xfrm xmlns:a="http://schemas.openxmlformats.org/drawingml/2006/main">
            <a:off x="1476375" y="2943225"/>
            <a:ext cx="523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i="0">
                <a:solidFill>
                  <a:srgbClr val="292B30"/>
                </a:solidFill>
                <a:latin typeface="Arial"/>
                <a:ea typeface="Arial"/>
                <a:cs typeface="Arial"/>
              </a:defRPr>
            </a:defPPr>
            <a:lvl1pPr>
              <a:defRPr sz="2025" b="1" i="0">
                <a:solidFill>
                  <a:srgbClr val="292B30"/>
                </a:solidFill>
                <a:latin typeface="Arial"/>
                <a:ea typeface="Arial"/>
                <a:cs typeface="Arial"/>
              </a:defRPr>
            </a:lvl1pPr>
            <a:lvl2pPr>
              <a:defRPr sz="2025" b="1" i="0">
                <a:solidFill>
                  <a:srgbClr val="292B30"/>
                </a:solidFill>
                <a:latin typeface="Arial"/>
                <a:ea typeface="Arial"/>
                <a:cs typeface="Arial"/>
              </a:defRPr>
            </a:lvl2pPr>
            <a:lvl3pPr>
              <a:defRPr sz="2025" b="1" i="0">
                <a:solidFill>
                  <a:srgbClr val="292B30"/>
                </a:solidFill>
                <a:latin typeface="Arial"/>
                <a:ea typeface="Arial"/>
                <a:cs typeface="Arial"/>
              </a:defRPr>
            </a:lvl3pPr>
            <a:lvl4pPr>
              <a:defRPr sz="2025" b="1" i="0">
                <a:solidFill>
                  <a:srgbClr val="292B30"/>
                </a:solidFill>
                <a:latin typeface="Arial"/>
                <a:ea typeface="Arial"/>
                <a:cs typeface="Arial"/>
              </a:defRPr>
            </a:lvl4pPr>
            <a:lvl5pPr>
              <a:defRPr sz="2025" b="1" i="0">
                <a:solidFill>
                  <a:srgbClr val="292B30"/>
                </a:solidFill>
                <a:latin typeface="Arial"/>
                <a:ea typeface="Arial"/>
                <a:cs typeface="Arial"/>
              </a:defRPr>
            </a:lvl5pPr>
            <a:lvl6pPr>
              <a:defRPr sz="2025" b="1" i="0">
                <a:solidFill>
                  <a:srgbClr val="292B30"/>
                </a:solidFill>
                <a:latin typeface="Arial"/>
                <a:ea typeface="Arial"/>
                <a:cs typeface="Arial"/>
              </a:defRPr>
            </a:lvl6pPr>
            <a:lvl7pPr>
              <a:defRPr sz="2025" b="1" i="0">
                <a:solidFill>
                  <a:srgbClr val="292B30"/>
                </a:solidFill>
                <a:latin typeface="Arial"/>
                <a:ea typeface="Arial"/>
                <a:cs typeface="Arial"/>
              </a:defRPr>
            </a:lvl7pPr>
            <a:lvl8pPr>
              <a:defRPr sz="2025" b="1" i="0">
                <a:solidFill>
                  <a:srgbClr val="292B30"/>
                </a:solidFill>
                <a:latin typeface="Arial"/>
                <a:ea typeface="Arial"/>
                <a:cs typeface="Arial"/>
              </a:defRPr>
            </a:lvl8pPr>
            <a:lvl9pPr>
              <a:defRPr sz="2025" b="1" i="0">
                <a:solidFill>
                  <a:srgbClr val="292B30"/>
                </a:solidFill>
                <a:latin typeface="Arial"/>
                <a:ea typeface="Arial"/>
                <a:cs typeface="Arial"/>
              </a:defRPr>
            </a:lvl9pPr>
          </a:lstStyle>
          <a:p xmlns:a="http://schemas.openxmlformats.org/drawingml/2006/main">
            <a:pPr>
              <a:defRPr sz="2025" b="1" i="0">
                <a:solidFill>
                  <a:srgbClr val="292B30"/>
                </a:solidFill>
                <a:latin typeface="Arial"/>
                <a:ea typeface="Arial"/>
                <a:cs typeface="Arial"/>
              </a:defRPr>
            </a:pPr>
            <a:r>
              <a:rPr sz="2025" b="1" i="0">
                <a:solidFill>
                  <a:srgbClr val="292B30"/>
                </a:solidFill>
                <a:latin typeface="Arial"/>
                <a:ea typeface="Arial"/>
                <a:cs typeface="Arial"/>
              </a:rPr>
              <a:t>Scientific image workflow</a:t>
            </a:r>
          </a:p>
        </p:txBody>
      </p:sp>
      <p:sp>
        <p:nvSpPr>
          <p:cNvPr id="9" name="text-105">
            <a:extLst xmlns:a="http://schemas.openxmlformats.org/drawingml/2006/main">
              <a:ext uri="{FF2B5EF4-FFF2-40B4-BE49-F238E27FC236}">
                <a16:creationId xmlns:a16="http://schemas.microsoft.com/office/drawing/2014/main" id="{65AA8773-DFFE-4EB2-BFD7-C8429A92536B}"/>
              </a:ext>
            </a:extLst>
          </p:cNvPr>
          <p:cNvSpPr>
            <a:spLocks xmlns:a="http://schemas.openxmlformats.org/drawingml/2006/main" noGrp="1"/>
          </p:cNvSpPr>
          <p:nvPr/>
        </p:nvSpPr>
        <p:spPr>
          <a:xfrm xmlns:a="http://schemas.openxmlformats.org/drawingml/2006/main">
            <a:off x="1476375" y="3362325"/>
            <a:ext cx="5238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i="0">
                <a:solidFill>
                  <a:srgbClr val="5E5C5B"/>
                </a:solidFill>
                <a:latin typeface="Arial"/>
                <a:ea typeface="Arial"/>
                <a:cs typeface="Arial"/>
              </a:defRPr>
            </a:defPPr>
            <a:lvl1pPr>
              <a:defRPr sz="1800" b="0" i="0">
                <a:solidFill>
                  <a:srgbClr val="5E5C5B"/>
                </a:solidFill>
                <a:latin typeface="Arial"/>
                <a:ea typeface="Arial"/>
                <a:cs typeface="Arial"/>
              </a:defRPr>
            </a:lvl1pPr>
            <a:lvl2pPr>
              <a:defRPr sz="1800" b="0" i="0">
                <a:solidFill>
                  <a:srgbClr val="5E5C5B"/>
                </a:solidFill>
                <a:latin typeface="Arial"/>
                <a:ea typeface="Arial"/>
                <a:cs typeface="Arial"/>
              </a:defRPr>
            </a:lvl2pPr>
            <a:lvl3pPr>
              <a:defRPr sz="1800" b="0" i="0">
                <a:solidFill>
                  <a:srgbClr val="5E5C5B"/>
                </a:solidFill>
                <a:latin typeface="Arial"/>
                <a:ea typeface="Arial"/>
                <a:cs typeface="Arial"/>
              </a:defRPr>
            </a:lvl3pPr>
            <a:lvl4pPr>
              <a:defRPr sz="1800" b="0" i="0">
                <a:solidFill>
                  <a:srgbClr val="5E5C5B"/>
                </a:solidFill>
                <a:latin typeface="Arial"/>
                <a:ea typeface="Arial"/>
                <a:cs typeface="Arial"/>
              </a:defRPr>
            </a:lvl4pPr>
            <a:lvl5pPr>
              <a:defRPr sz="1800" b="0" i="0">
                <a:solidFill>
                  <a:srgbClr val="5E5C5B"/>
                </a:solidFill>
                <a:latin typeface="Arial"/>
                <a:ea typeface="Arial"/>
                <a:cs typeface="Arial"/>
              </a:defRPr>
            </a:lvl5pPr>
            <a:lvl6pPr>
              <a:defRPr sz="1800" b="0" i="0">
                <a:solidFill>
                  <a:srgbClr val="5E5C5B"/>
                </a:solidFill>
                <a:latin typeface="Arial"/>
                <a:ea typeface="Arial"/>
                <a:cs typeface="Arial"/>
              </a:defRPr>
            </a:lvl6pPr>
            <a:lvl7pPr>
              <a:defRPr sz="1800" b="0" i="0">
                <a:solidFill>
                  <a:srgbClr val="5E5C5B"/>
                </a:solidFill>
                <a:latin typeface="Arial"/>
                <a:ea typeface="Arial"/>
                <a:cs typeface="Arial"/>
              </a:defRPr>
            </a:lvl7pPr>
            <a:lvl8pPr>
              <a:defRPr sz="1800" b="0" i="0">
                <a:solidFill>
                  <a:srgbClr val="5E5C5B"/>
                </a:solidFill>
                <a:latin typeface="Arial"/>
                <a:ea typeface="Arial"/>
                <a:cs typeface="Arial"/>
              </a:defRPr>
            </a:lvl8pPr>
            <a:lvl9pPr>
              <a:defRPr sz="1800" b="0" i="0">
                <a:solidFill>
                  <a:srgbClr val="5E5C5B"/>
                </a:solidFill>
                <a:latin typeface="Arial"/>
                <a:ea typeface="Arial"/>
                <a:cs typeface="Arial"/>
              </a:defRPr>
            </a:lvl9pPr>
          </a:lstStyle>
          <a:p xmlns:a="http://schemas.openxmlformats.org/drawingml/2006/main">
            <a:pPr>
              <a:defRPr sz="1800" b="0" i="0">
                <a:solidFill>
                  <a:srgbClr val="5E5C5B"/>
                </a:solidFill>
                <a:latin typeface="Arial"/>
                <a:ea typeface="Arial"/>
                <a:cs typeface="Arial"/>
              </a:defRPr>
            </a:pPr>
            <a:r>
              <a:rPr sz="1800" b="0" i="0">
                <a:solidFill>
                  <a:srgbClr val="5E5C5B"/>
                </a:solidFill>
                <a:latin typeface="Arial"/>
                <a:ea typeface="Arial"/>
                <a:cs typeface="Arial"/>
              </a:rPr>
              <a:t>Restoration, object detection and</a:t>
            </a:r>
          </a:p>
          <a:p xmlns:a="http://schemas.openxmlformats.org/drawingml/2006/main">
            <a:pPr>
              <a:defRPr sz="1800" b="0" i="0">
                <a:solidFill>
                  <a:srgbClr val="5E5C5B"/>
                </a:solidFill>
                <a:latin typeface="Arial"/>
                <a:ea typeface="Arial"/>
                <a:cs typeface="Arial"/>
              </a:defRPr>
            </a:pPr>
            <a:r>
              <a:rPr sz="1800" b="0" i="0">
                <a:solidFill>
                  <a:srgbClr val="5E5C5B"/>
                </a:solidFill>
                <a:latin typeface="Arial"/>
                <a:ea typeface="Arial"/>
                <a:cs typeface="Arial"/>
              </a:rPr>
              <a:t>Proof of Honesty with reproducible checks.</a:t>
            </a:r>
          </a:p>
        </p:txBody>
      </p:sp>
      <p:sp>
        <p:nvSpPr>
          <p:cNvPr id="10" name="text-106">
            <a:extLst xmlns:a="http://schemas.openxmlformats.org/drawingml/2006/main">
              <a:ext uri="{FF2B5EF4-FFF2-40B4-BE49-F238E27FC236}">
                <a16:creationId xmlns:a16="http://schemas.microsoft.com/office/drawing/2014/main" id="{B9196F1D-B012-44A2-906B-7C32053D41D2}"/>
              </a:ext>
            </a:extLst>
          </p:cNvPr>
          <p:cNvSpPr>
            <a:spLocks xmlns:a="http://schemas.openxmlformats.org/drawingml/2006/main" noGrp="1"/>
          </p:cNvSpPr>
          <p:nvPr/>
        </p:nvSpPr>
        <p:spPr>
          <a:xfrm xmlns:a="http://schemas.openxmlformats.org/drawingml/2006/main">
            <a:off x="781050" y="4133850"/>
            <a:ext cx="552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i="0">
                <a:solidFill>
                  <a:srgbClr val="A52836"/>
                </a:solidFill>
                <a:latin typeface="Georgia"/>
                <a:ea typeface="Georgia"/>
                <a:cs typeface="Georgia"/>
              </a:defRPr>
            </a:defPPr>
            <a:lvl1pPr>
              <a:defRPr sz="2025" b="0" i="0">
                <a:solidFill>
                  <a:srgbClr val="A52836"/>
                </a:solidFill>
                <a:latin typeface="Georgia"/>
                <a:ea typeface="Georgia"/>
                <a:cs typeface="Georgia"/>
              </a:defRPr>
            </a:lvl1pPr>
            <a:lvl2pPr>
              <a:defRPr sz="2025" b="0" i="0">
                <a:solidFill>
                  <a:srgbClr val="A52836"/>
                </a:solidFill>
                <a:latin typeface="Georgia"/>
                <a:ea typeface="Georgia"/>
                <a:cs typeface="Georgia"/>
              </a:defRPr>
            </a:lvl2pPr>
            <a:lvl3pPr>
              <a:defRPr sz="2025" b="0" i="0">
                <a:solidFill>
                  <a:srgbClr val="A52836"/>
                </a:solidFill>
                <a:latin typeface="Georgia"/>
                <a:ea typeface="Georgia"/>
                <a:cs typeface="Georgia"/>
              </a:defRPr>
            </a:lvl3pPr>
            <a:lvl4pPr>
              <a:defRPr sz="2025" b="0" i="0">
                <a:solidFill>
                  <a:srgbClr val="A52836"/>
                </a:solidFill>
                <a:latin typeface="Georgia"/>
                <a:ea typeface="Georgia"/>
                <a:cs typeface="Georgia"/>
              </a:defRPr>
            </a:lvl4pPr>
            <a:lvl5pPr>
              <a:defRPr sz="2025" b="0" i="0">
                <a:solidFill>
                  <a:srgbClr val="A52836"/>
                </a:solidFill>
                <a:latin typeface="Georgia"/>
                <a:ea typeface="Georgia"/>
                <a:cs typeface="Georgia"/>
              </a:defRPr>
            </a:lvl5pPr>
            <a:lvl6pPr>
              <a:defRPr sz="2025" b="0" i="0">
                <a:solidFill>
                  <a:srgbClr val="A52836"/>
                </a:solidFill>
                <a:latin typeface="Georgia"/>
                <a:ea typeface="Georgia"/>
                <a:cs typeface="Georgia"/>
              </a:defRPr>
            </a:lvl6pPr>
            <a:lvl7pPr>
              <a:defRPr sz="2025" b="0" i="0">
                <a:solidFill>
                  <a:srgbClr val="A52836"/>
                </a:solidFill>
                <a:latin typeface="Georgia"/>
                <a:ea typeface="Georgia"/>
                <a:cs typeface="Georgia"/>
              </a:defRPr>
            </a:lvl7pPr>
            <a:lvl8pPr>
              <a:defRPr sz="2025" b="0" i="0">
                <a:solidFill>
                  <a:srgbClr val="A52836"/>
                </a:solidFill>
                <a:latin typeface="Georgia"/>
                <a:ea typeface="Georgia"/>
                <a:cs typeface="Georgia"/>
              </a:defRPr>
            </a:lvl8pPr>
            <a:lvl9pPr>
              <a:defRPr sz="2025" b="0" i="0">
                <a:solidFill>
                  <a:srgbClr val="A52836"/>
                </a:solidFill>
                <a:latin typeface="Georgia"/>
                <a:ea typeface="Georgia"/>
                <a:cs typeface="Georgia"/>
              </a:defRPr>
            </a:lvl9pPr>
          </a:lstStyle>
          <a:p xmlns:a="http://schemas.openxmlformats.org/drawingml/2006/main">
            <a:pPr>
              <a:defRPr sz="2025" b="0" i="0">
                <a:solidFill>
                  <a:srgbClr val="A52836"/>
                </a:solidFill>
                <a:latin typeface="Georgia"/>
                <a:ea typeface="Georgia"/>
                <a:cs typeface="Georgia"/>
              </a:defRPr>
            </a:pPr>
            <a:r>
              <a:rPr sz="2025" b="0" i="0">
                <a:solidFill>
                  <a:srgbClr val="A52836"/>
                </a:solidFill>
                <a:latin typeface="Georgia"/>
                <a:ea typeface="Georgia"/>
                <a:cs typeface="Georgia"/>
              </a:rPr>
              <a:t>03</a:t>
            </a:r>
          </a:p>
        </p:txBody>
      </p:sp>
      <p:sp>
        <p:nvSpPr>
          <p:cNvPr id="11" name="text-107">
            <a:extLst xmlns:a="http://schemas.openxmlformats.org/drawingml/2006/main">
              <a:ext uri="{FF2B5EF4-FFF2-40B4-BE49-F238E27FC236}">
                <a16:creationId xmlns:a16="http://schemas.microsoft.com/office/drawing/2014/main" id="{F65BA250-F549-4490-94D3-5A26FCEE4A26}"/>
              </a:ext>
            </a:extLst>
          </p:cNvPr>
          <p:cNvSpPr>
            <a:spLocks xmlns:a="http://schemas.openxmlformats.org/drawingml/2006/main" noGrp="1"/>
          </p:cNvSpPr>
          <p:nvPr/>
        </p:nvSpPr>
        <p:spPr>
          <a:xfrm xmlns:a="http://schemas.openxmlformats.org/drawingml/2006/main">
            <a:off x="1476375" y="4133850"/>
            <a:ext cx="523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i="0">
                <a:solidFill>
                  <a:srgbClr val="292B30"/>
                </a:solidFill>
                <a:latin typeface="Arial"/>
                <a:ea typeface="Arial"/>
                <a:cs typeface="Arial"/>
              </a:defRPr>
            </a:defPPr>
            <a:lvl1pPr>
              <a:defRPr sz="2025" b="1" i="0">
                <a:solidFill>
                  <a:srgbClr val="292B30"/>
                </a:solidFill>
                <a:latin typeface="Arial"/>
                <a:ea typeface="Arial"/>
                <a:cs typeface="Arial"/>
              </a:defRPr>
            </a:lvl1pPr>
            <a:lvl2pPr>
              <a:defRPr sz="2025" b="1" i="0">
                <a:solidFill>
                  <a:srgbClr val="292B30"/>
                </a:solidFill>
                <a:latin typeface="Arial"/>
                <a:ea typeface="Arial"/>
                <a:cs typeface="Arial"/>
              </a:defRPr>
            </a:lvl2pPr>
            <a:lvl3pPr>
              <a:defRPr sz="2025" b="1" i="0">
                <a:solidFill>
                  <a:srgbClr val="292B30"/>
                </a:solidFill>
                <a:latin typeface="Arial"/>
                <a:ea typeface="Arial"/>
                <a:cs typeface="Arial"/>
              </a:defRPr>
            </a:lvl3pPr>
            <a:lvl4pPr>
              <a:defRPr sz="2025" b="1" i="0">
                <a:solidFill>
                  <a:srgbClr val="292B30"/>
                </a:solidFill>
                <a:latin typeface="Arial"/>
                <a:ea typeface="Arial"/>
                <a:cs typeface="Arial"/>
              </a:defRPr>
            </a:lvl4pPr>
            <a:lvl5pPr>
              <a:defRPr sz="2025" b="1" i="0">
                <a:solidFill>
                  <a:srgbClr val="292B30"/>
                </a:solidFill>
                <a:latin typeface="Arial"/>
                <a:ea typeface="Arial"/>
                <a:cs typeface="Arial"/>
              </a:defRPr>
            </a:lvl5pPr>
            <a:lvl6pPr>
              <a:defRPr sz="2025" b="1" i="0">
                <a:solidFill>
                  <a:srgbClr val="292B30"/>
                </a:solidFill>
                <a:latin typeface="Arial"/>
                <a:ea typeface="Arial"/>
                <a:cs typeface="Arial"/>
              </a:defRPr>
            </a:lvl6pPr>
            <a:lvl7pPr>
              <a:defRPr sz="2025" b="1" i="0">
                <a:solidFill>
                  <a:srgbClr val="292B30"/>
                </a:solidFill>
                <a:latin typeface="Arial"/>
                <a:ea typeface="Arial"/>
                <a:cs typeface="Arial"/>
              </a:defRPr>
            </a:lvl7pPr>
            <a:lvl8pPr>
              <a:defRPr sz="2025" b="1" i="0">
                <a:solidFill>
                  <a:srgbClr val="292B30"/>
                </a:solidFill>
                <a:latin typeface="Arial"/>
                <a:ea typeface="Arial"/>
                <a:cs typeface="Arial"/>
              </a:defRPr>
            </a:lvl8pPr>
            <a:lvl9pPr>
              <a:defRPr sz="2025" b="1" i="0">
                <a:solidFill>
                  <a:srgbClr val="292B30"/>
                </a:solidFill>
                <a:latin typeface="Arial"/>
                <a:ea typeface="Arial"/>
                <a:cs typeface="Arial"/>
              </a:defRPr>
            </a:lvl9pPr>
          </a:lstStyle>
          <a:p xmlns:a="http://schemas.openxmlformats.org/drawingml/2006/main">
            <a:pPr>
              <a:defRPr sz="2025" b="1" i="0">
                <a:solidFill>
                  <a:srgbClr val="292B30"/>
                </a:solidFill>
                <a:latin typeface="Arial"/>
                <a:ea typeface="Arial"/>
                <a:cs typeface="Arial"/>
              </a:defRPr>
            </a:pPr>
            <a:r>
              <a:rPr sz="2025" b="1" i="0">
                <a:solidFill>
                  <a:srgbClr val="292B30"/>
                </a:solidFill>
                <a:latin typeface="Arial"/>
                <a:ea typeface="Arial"/>
                <a:cs typeface="Arial"/>
              </a:rPr>
              <a:t>Field use and deeper science</a:t>
            </a:r>
          </a:p>
        </p:txBody>
      </p:sp>
      <p:sp>
        <p:nvSpPr>
          <p:cNvPr id="12" name="text-108">
            <a:extLst xmlns:a="http://schemas.openxmlformats.org/drawingml/2006/main">
              <a:ext uri="{FF2B5EF4-FFF2-40B4-BE49-F238E27FC236}">
                <a16:creationId xmlns:a16="http://schemas.microsoft.com/office/drawing/2014/main" id="{DE5E9CC2-3017-4B90-8BFC-E74C009E536D}"/>
              </a:ext>
            </a:extLst>
          </p:cNvPr>
          <p:cNvSpPr>
            <a:spLocks xmlns:a="http://schemas.openxmlformats.org/drawingml/2006/main" noGrp="1"/>
          </p:cNvSpPr>
          <p:nvPr/>
        </p:nvSpPr>
        <p:spPr>
          <a:xfrm xmlns:a="http://schemas.openxmlformats.org/drawingml/2006/main">
            <a:off x="1476375" y="4552950"/>
            <a:ext cx="5238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i="0">
                <a:solidFill>
                  <a:srgbClr val="5E5C5B"/>
                </a:solidFill>
                <a:latin typeface="Arial"/>
                <a:ea typeface="Arial"/>
                <a:cs typeface="Arial"/>
              </a:defRPr>
            </a:defPPr>
            <a:lvl1pPr>
              <a:defRPr sz="1800" b="0" i="0">
                <a:solidFill>
                  <a:srgbClr val="5E5C5B"/>
                </a:solidFill>
                <a:latin typeface="Arial"/>
                <a:ea typeface="Arial"/>
                <a:cs typeface="Arial"/>
              </a:defRPr>
            </a:lvl1pPr>
            <a:lvl2pPr>
              <a:defRPr sz="1800" b="0" i="0">
                <a:solidFill>
                  <a:srgbClr val="5E5C5B"/>
                </a:solidFill>
                <a:latin typeface="Arial"/>
                <a:ea typeface="Arial"/>
                <a:cs typeface="Arial"/>
              </a:defRPr>
            </a:lvl2pPr>
            <a:lvl3pPr>
              <a:defRPr sz="1800" b="0" i="0">
                <a:solidFill>
                  <a:srgbClr val="5E5C5B"/>
                </a:solidFill>
                <a:latin typeface="Arial"/>
                <a:ea typeface="Arial"/>
                <a:cs typeface="Arial"/>
              </a:defRPr>
            </a:lvl3pPr>
            <a:lvl4pPr>
              <a:defRPr sz="1800" b="0" i="0">
                <a:solidFill>
                  <a:srgbClr val="5E5C5B"/>
                </a:solidFill>
                <a:latin typeface="Arial"/>
                <a:ea typeface="Arial"/>
                <a:cs typeface="Arial"/>
              </a:defRPr>
            </a:lvl4pPr>
            <a:lvl5pPr>
              <a:defRPr sz="1800" b="0" i="0">
                <a:solidFill>
                  <a:srgbClr val="5E5C5B"/>
                </a:solidFill>
                <a:latin typeface="Arial"/>
                <a:ea typeface="Arial"/>
                <a:cs typeface="Arial"/>
              </a:defRPr>
            </a:lvl5pPr>
            <a:lvl6pPr>
              <a:defRPr sz="1800" b="0" i="0">
                <a:solidFill>
                  <a:srgbClr val="5E5C5B"/>
                </a:solidFill>
                <a:latin typeface="Arial"/>
                <a:ea typeface="Arial"/>
                <a:cs typeface="Arial"/>
              </a:defRPr>
            </a:lvl6pPr>
            <a:lvl7pPr>
              <a:defRPr sz="1800" b="0" i="0">
                <a:solidFill>
                  <a:srgbClr val="5E5C5B"/>
                </a:solidFill>
                <a:latin typeface="Arial"/>
                <a:ea typeface="Arial"/>
                <a:cs typeface="Arial"/>
              </a:defRPr>
            </a:lvl7pPr>
            <a:lvl8pPr>
              <a:defRPr sz="1800" b="0" i="0">
                <a:solidFill>
                  <a:srgbClr val="5E5C5B"/>
                </a:solidFill>
                <a:latin typeface="Arial"/>
                <a:ea typeface="Arial"/>
                <a:cs typeface="Arial"/>
              </a:defRPr>
            </a:lvl8pPr>
            <a:lvl9pPr>
              <a:defRPr sz="1800" b="0" i="0">
                <a:solidFill>
                  <a:srgbClr val="5E5C5B"/>
                </a:solidFill>
                <a:latin typeface="Arial"/>
                <a:ea typeface="Arial"/>
                <a:cs typeface="Arial"/>
              </a:defRPr>
            </a:lvl9pPr>
          </a:lstStyle>
          <a:p xmlns:a="http://schemas.openxmlformats.org/drawingml/2006/main">
            <a:pPr>
              <a:defRPr sz="1800" b="0" i="0">
                <a:solidFill>
                  <a:srgbClr val="5E5C5B"/>
                </a:solidFill>
                <a:latin typeface="Arial"/>
                <a:ea typeface="Arial"/>
                <a:cs typeface="Arial"/>
              </a:defRPr>
            </a:pPr>
            <a:r>
              <a:rPr sz="1800" b="0" i="0">
                <a:solidFill>
                  <a:srgbClr val="5E5C5B"/>
                </a:solidFill>
                <a:latin typeface="Arial"/>
                <a:ea typeface="Arial"/>
                <a:cs typeface="Arial"/>
              </a:rPr>
              <a:t>Offline plans, red field mode, observation</a:t>
            </a:r>
          </a:p>
          <a:p xmlns:a="http://schemas.openxmlformats.org/drawingml/2006/main">
            <a:pPr>
              <a:defRPr sz="1800" b="0" i="0">
                <a:solidFill>
                  <a:srgbClr val="5E5C5B"/>
                </a:solidFill>
                <a:latin typeface="Arial"/>
                <a:ea typeface="Arial"/>
                <a:cs typeface="Arial"/>
              </a:defRPr>
            </a:pPr>
            <a:r>
              <a:rPr sz="1800" b="0" i="0">
                <a:solidFill>
                  <a:srgbClr val="5E5C5B"/>
                </a:solidFill>
                <a:latin typeface="Arial"/>
                <a:ea typeface="Arial"/>
                <a:cs typeface="Arial"/>
              </a:rPr>
              <a:t>journals and transient analysis.</a:t>
            </a:r>
          </a:p>
        </p:txBody>
      </p:sp>
      <p:sp>
        <p:nvSpPr>
          <p:cNvPr id="13" name="text-109">
            <a:extLst xmlns:a="http://schemas.openxmlformats.org/drawingml/2006/main">
              <a:ext uri="{FF2B5EF4-FFF2-40B4-BE49-F238E27FC236}">
                <a16:creationId xmlns:a16="http://schemas.microsoft.com/office/drawing/2014/main" id="{1EEEC01D-B04A-4C3B-A47B-10AA1D3D7AA7}"/>
              </a:ext>
            </a:extLst>
          </p:cNvPr>
          <p:cNvSpPr>
            <a:spLocks xmlns:a="http://schemas.openxmlformats.org/drawingml/2006/main" noGrp="1"/>
          </p:cNvSpPr>
          <p:nvPr/>
        </p:nvSpPr>
        <p:spPr>
          <a:xfrm xmlns:a="http://schemas.openxmlformats.org/drawingml/2006/main">
            <a:off x="781050" y="5534025"/>
            <a:ext cx="5143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0" i="0">
                <a:solidFill>
                  <a:srgbClr val="A52836"/>
                </a:solidFill>
                <a:latin typeface="Georgia"/>
                <a:ea typeface="Georgia"/>
                <a:cs typeface="Georgia"/>
              </a:defRPr>
            </a:defPPr>
            <a:lvl1pPr>
              <a:defRPr sz="3225" b="0" i="0">
                <a:solidFill>
                  <a:srgbClr val="A52836"/>
                </a:solidFill>
                <a:latin typeface="Georgia"/>
                <a:ea typeface="Georgia"/>
                <a:cs typeface="Georgia"/>
              </a:defRPr>
            </a:lvl1pPr>
            <a:lvl2pPr>
              <a:defRPr sz="3225" b="0" i="0">
                <a:solidFill>
                  <a:srgbClr val="A52836"/>
                </a:solidFill>
                <a:latin typeface="Georgia"/>
                <a:ea typeface="Georgia"/>
                <a:cs typeface="Georgia"/>
              </a:defRPr>
            </a:lvl2pPr>
            <a:lvl3pPr>
              <a:defRPr sz="3225" b="0" i="0">
                <a:solidFill>
                  <a:srgbClr val="A52836"/>
                </a:solidFill>
                <a:latin typeface="Georgia"/>
                <a:ea typeface="Georgia"/>
                <a:cs typeface="Georgia"/>
              </a:defRPr>
            </a:lvl3pPr>
            <a:lvl4pPr>
              <a:defRPr sz="3225" b="0" i="0">
                <a:solidFill>
                  <a:srgbClr val="A52836"/>
                </a:solidFill>
                <a:latin typeface="Georgia"/>
                <a:ea typeface="Georgia"/>
                <a:cs typeface="Georgia"/>
              </a:defRPr>
            </a:lvl4pPr>
            <a:lvl5pPr>
              <a:defRPr sz="3225" b="0" i="0">
                <a:solidFill>
                  <a:srgbClr val="A52836"/>
                </a:solidFill>
                <a:latin typeface="Georgia"/>
                <a:ea typeface="Georgia"/>
                <a:cs typeface="Georgia"/>
              </a:defRPr>
            </a:lvl5pPr>
            <a:lvl6pPr>
              <a:defRPr sz="3225" b="0" i="0">
                <a:solidFill>
                  <a:srgbClr val="A52836"/>
                </a:solidFill>
                <a:latin typeface="Georgia"/>
                <a:ea typeface="Georgia"/>
                <a:cs typeface="Georgia"/>
              </a:defRPr>
            </a:lvl6pPr>
            <a:lvl7pPr>
              <a:defRPr sz="3225" b="0" i="0">
                <a:solidFill>
                  <a:srgbClr val="A52836"/>
                </a:solidFill>
                <a:latin typeface="Georgia"/>
                <a:ea typeface="Georgia"/>
                <a:cs typeface="Georgia"/>
              </a:defRPr>
            </a:lvl7pPr>
            <a:lvl8pPr>
              <a:defRPr sz="3225" b="0" i="0">
                <a:solidFill>
                  <a:srgbClr val="A52836"/>
                </a:solidFill>
                <a:latin typeface="Georgia"/>
                <a:ea typeface="Georgia"/>
                <a:cs typeface="Georgia"/>
              </a:defRPr>
            </a:lvl8pPr>
            <a:lvl9pPr>
              <a:defRPr sz="3225" b="0" i="0">
                <a:solidFill>
                  <a:srgbClr val="A52836"/>
                </a:solidFill>
                <a:latin typeface="Georgia"/>
                <a:ea typeface="Georgia"/>
                <a:cs typeface="Georgia"/>
              </a:defRPr>
            </a:lvl9pPr>
          </a:lstStyle>
          <a:p xmlns:a="http://schemas.openxmlformats.org/drawingml/2006/main">
            <a:pPr>
              <a:defRPr sz="3225" b="0" i="0">
                <a:solidFill>
                  <a:srgbClr val="A52836"/>
                </a:solidFill>
                <a:latin typeface="Georgia"/>
                <a:ea typeface="Georgia"/>
                <a:cs typeface="Georgia"/>
              </a:defRPr>
            </a:pPr>
            <a:r>
              <a:rPr sz="3225" b="0" i="0">
                <a:solidFill>
                  <a:srgbClr val="A52836"/>
                </a:solidFill>
                <a:latin typeface="Georgia"/>
                <a:ea typeface="Georgia"/>
                <a:cs typeface="Georgia"/>
              </a:rPr>
              <a:t>Thank you</a:t>
            </a:r>
          </a:p>
        </p:txBody>
      </p:sp>
      <p:sp>
        <p:nvSpPr>
          <p:cNvPr id="14" name="text-110">
            <a:extLst xmlns:a="http://schemas.openxmlformats.org/drawingml/2006/main">
              <a:ext uri="{FF2B5EF4-FFF2-40B4-BE49-F238E27FC236}">
                <a16:creationId xmlns:a16="http://schemas.microsoft.com/office/drawing/2014/main" id="{A17D0FDA-7088-4FE9-B811-D267FA396863}"/>
              </a:ext>
            </a:extLst>
          </p:cNvPr>
          <p:cNvSpPr>
            <a:spLocks xmlns:a="http://schemas.openxmlformats.org/drawingml/2006/main" noGrp="1"/>
          </p:cNvSpPr>
          <p:nvPr/>
        </p:nvSpPr>
        <p:spPr>
          <a:xfrm xmlns:a="http://schemas.openxmlformats.org/drawingml/2006/main">
            <a:off x="800100" y="6124575"/>
            <a:ext cx="514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i="0">
                <a:solidFill>
                  <a:srgbClr val="5E5C5B"/>
                </a:solidFill>
                <a:latin typeface="Arial"/>
                <a:ea typeface="Arial"/>
                <a:cs typeface="Arial"/>
              </a:defRPr>
            </a:defPPr>
            <a:lvl1pPr>
              <a:defRPr sz="1350" b="0" i="0">
                <a:solidFill>
                  <a:srgbClr val="5E5C5B"/>
                </a:solidFill>
                <a:latin typeface="Arial"/>
                <a:ea typeface="Arial"/>
                <a:cs typeface="Arial"/>
              </a:defRPr>
            </a:lvl1pPr>
            <a:lvl2pPr>
              <a:defRPr sz="1350" b="0" i="0">
                <a:solidFill>
                  <a:srgbClr val="5E5C5B"/>
                </a:solidFill>
                <a:latin typeface="Arial"/>
                <a:ea typeface="Arial"/>
                <a:cs typeface="Arial"/>
              </a:defRPr>
            </a:lvl2pPr>
            <a:lvl3pPr>
              <a:defRPr sz="1350" b="0" i="0">
                <a:solidFill>
                  <a:srgbClr val="5E5C5B"/>
                </a:solidFill>
                <a:latin typeface="Arial"/>
                <a:ea typeface="Arial"/>
                <a:cs typeface="Arial"/>
              </a:defRPr>
            </a:lvl3pPr>
            <a:lvl4pPr>
              <a:defRPr sz="1350" b="0" i="0">
                <a:solidFill>
                  <a:srgbClr val="5E5C5B"/>
                </a:solidFill>
                <a:latin typeface="Arial"/>
                <a:ea typeface="Arial"/>
                <a:cs typeface="Arial"/>
              </a:defRPr>
            </a:lvl4pPr>
            <a:lvl5pPr>
              <a:defRPr sz="1350" b="0" i="0">
                <a:solidFill>
                  <a:srgbClr val="5E5C5B"/>
                </a:solidFill>
                <a:latin typeface="Arial"/>
                <a:ea typeface="Arial"/>
                <a:cs typeface="Arial"/>
              </a:defRPr>
            </a:lvl5pPr>
            <a:lvl6pPr>
              <a:defRPr sz="1350" b="0" i="0">
                <a:solidFill>
                  <a:srgbClr val="5E5C5B"/>
                </a:solidFill>
                <a:latin typeface="Arial"/>
                <a:ea typeface="Arial"/>
                <a:cs typeface="Arial"/>
              </a:defRPr>
            </a:lvl6pPr>
            <a:lvl7pPr>
              <a:defRPr sz="1350" b="0" i="0">
                <a:solidFill>
                  <a:srgbClr val="5E5C5B"/>
                </a:solidFill>
                <a:latin typeface="Arial"/>
                <a:ea typeface="Arial"/>
                <a:cs typeface="Arial"/>
              </a:defRPr>
            </a:lvl7pPr>
            <a:lvl8pPr>
              <a:defRPr sz="1350" b="0" i="0">
                <a:solidFill>
                  <a:srgbClr val="5E5C5B"/>
                </a:solidFill>
                <a:latin typeface="Arial"/>
                <a:ea typeface="Arial"/>
                <a:cs typeface="Arial"/>
              </a:defRPr>
            </a:lvl8pPr>
            <a:lvl9pPr>
              <a:defRPr sz="1350" b="0" i="0">
                <a:solidFill>
                  <a:srgbClr val="5E5C5B"/>
                </a:solidFill>
                <a:latin typeface="Arial"/>
                <a:ea typeface="Arial"/>
                <a:cs typeface="Arial"/>
              </a:defRPr>
            </a:lvl9pPr>
          </a:lstStyle>
          <a:p xmlns:a="http://schemas.openxmlformats.org/drawingml/2006/main">
            <a:pPr>
              <a:defRPr sz="1350" b="0" i="0">
                <a:solidFill>
                  <a:srgbClr val="5E5C5B"/>
                </a:solidFill>
                <a:latin typeface="Arial"/>
                <a:ea typeface="Arial"/>
                <a:cs typeface="Arial"/>
              </a:defRPr>
            </a:pPr>
            <a:r>
              <a:rPr sz="1350" b="0" i="0">
                <a:solidFill>
                  <a:srgbClr val="5E5C5B"/>
                </a:solidFill>
                <a:latin typeface="Arial"/>
                <a:ea typeface="Arial"/>
                <a:cs typeface="Arial"/>
              </a:rPr>
              <a:t>The big 2   /   PF-EPB8S3</a:t>
            </a:r>
          </a:p>
        </p:txBody>
      </p:sp>
    </p:spTree>
    <p:extLst>
      <p:ext uri="{BB962C8B-B14F-4D97-AF65-F5344CB8AC3E}">
        <p14:creationId xmlns:p14="http://schemas.microsoft.com/office/powerpoint/2010/main" val="5744195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2026-10-29T20:58:18.0920000Z</dcterms:created>
  <dcterms:modified xsi:type="dcterms:W3CDTF">2026-10-29T20:58:18.0920000Z</dcterms:modified>
</coreProperties>
</file>